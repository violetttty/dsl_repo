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2.xml" ContentType="application/vnd.openxmlformats-officedocument.presentationml.notesSlide+xml"/>
  <Override PartName="/ppt/tags/tag2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409" r:id="rId2"/>
    <p:sldId id="411" r:id="rId3"/>
    <p:sldId id="434" r:id="rId4"/>
    <p:sldId id="437" r:id="rId5"/>
    <p:sldId id="436" r:id="rId6"/>
    <p:sldId id="435" r:id="rId7"/>
    <p:sldId id="438" r:id="rId8"/>
    <p:sldId id="440" r:id="rId9"/>
    <p:sldId id="439" r:id="rId10"/>
    <p:sldId id="441" r:id="rId11"/>
    <p:sldId id="442" r:id="rId12"/>
    <p:sldId id="443" r:id="rId13"/>
    <p:sldId id="444" r:id="rId14"/>
    <p:sldId id="445" r:id="rId15"/>
    <p:sldId id="446" r:id="rId16"/>
    <p:sldId id="447" r:id="rId17"/>
    <p:sldId id="448" r:id="rId18"/>
    <p:sldId id="449" r:id="rId19"/>
    <p:sldId id="450" r:id="rId20"/>
    <p:sldId id="451" r:id="rId21"/>
    <p:sldId id="452" r:id="rId22"/>
    <p:sldId id="430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DCE5"/>
    <a:srgbClr val="EDF0F7"/>
    <a:srgbClr val="DEDE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80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C97396-DB51-4FE3-9A8D-74A4E4FF885E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3CA561-B29B-4206-BEA4-21EDF9A10E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8722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3CA561-B29B-4206-BEA4-21EDF9A10E87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2663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7F0A31-654A-598C-30F4-ACB2C7D707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03A1A01-625C-5EE2-84D8-FEF0516432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C97277-5C4F-38A9-F54A-F69307CBA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F9515-4A52-4E31-8766-CEB65701ABBB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B8AD46-5909-DD9C-23B8-F16E0B796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31E297-5586-1E0D-26EC-8F93246A0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A198F-6150-44C0-BD3B-5D2DFCC6D3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5916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5866AF-BEEF-F523-335E-B9226076C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5453A4-27A2-FAD2-B656-2D71EED83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2E371C-DA2F-0191-5853-12A7C94E7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F9515-4A52-4E31-8766-CEB65701ABBB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D7F441-D54F-85F0-969C-4697E5A40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ABFA6C-B641-A5D9-F434-F9765A194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A198F-6150-44C0-BD3B-5D2DFCC6D3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8253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BEC1E7-6B99-EBFD-6D03-01BADE35F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057A24-5F7F-E4EC-056B-5ED5E316F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01DFAA-619F-38C4-21FE-04BF13BE5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F9515-4A52-4E31-8766-CEB65701ABBB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6C82B2-658B-80B3-C40B-5DD1A7EE9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CAE318-D0F6-952C-4F42-F7E59F33E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A198F-6150-44C0-BD3B-5D2DFCC6D3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650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DCE53F-7405-1785-19BE-2ED44B36F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C0E5DA-3492-C599-4520-B85A5AFB48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3C84881-7985-F61A-E6EE-95951B299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D34E9D-7B5E-3490-B748-E771D2E0D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F9515-4A52-4E31-8766-CEB65701ABBB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7F3467-CE36-7434-BE23-BF372660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9D6023-CE38-19A6-78BC-E56224E9A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A198F-6150-44C0-BD3B-5D2DFCC6D3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1767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2E921C-8208-FE6A-16F0-852280659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B39E63-F135-CF45-77FD-7ADA1F8526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1EB477D-283A-6CCA-DA87-21E94BBE03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4DAFE67-A8BB-A6C9-0660-1317AB2A7E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0820BA9-8B39-0489-8811-DA625D409F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EE98306-B1D2-5C58-5B18-ECEFA8DCE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F9515-4A52-4E31-8766-CEB65701ABBB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7DD3324-CC0D-F234-279E-A0B2484F3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890B768-5329-4724-F87C-DEE54365F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A198F-6150-44C0-BD3B-5D2DFCC6D3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4167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89B7FE-5897-54F7-2323-C570C3C3C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D517E00-F825-BA1C-4171-FAF5A768F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F9515-4A52-4E31-8766-CEB65701ABBB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29E1627-67A9-53CD-E081-1DFC9DE6D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E0A096D-FDDD-2011-EC83-35543AAFA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A198F-6150-44C0-BD3B-5D2DFCC6D3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34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BCE135-7166-053E-B4CD-187A577F8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F9515-4A52-4E31-8766-CEB65701ABBB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0D1472E-D39B-69B3-63CD-3BD3682F8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D6A5AA-16BD-2B6C-B268-69771B9EA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A198F-6150-44C0-BD3B-5D2DFCC6D3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7544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FF7606-10A4-9CEE-8581-31DAD9022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2A224C-7F9D-5E32-2117-6C74277B9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D266687-ACE9-720C-607F-EB56235FEC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B22D24-A118-DA48-A5A1-498CD71A9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F9515-4A52-4E31-8766-CEB65701ABBB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314B056-E04D-34DA-A458-7DAD8E344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C49530-EE7C-D563-8015-CDCF167F4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A198F-6150-44C0-BD3B-5D2DFCC6D3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1191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9B5E6C-0BAB-38A5-F907-1372648B1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B9A4F65-0CF9-D99D-9D93-2E9C10EAEC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603BD6-FCA5-E7DF-3A9B-39F8036D57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8C85D8-7073-0069-AABF-DC7869B90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F9515-4A52-4E31-8766-CEB65701ABBB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9C1873-E710-CED5-E924-846CA3875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79811CA-C838-D866-9CCC-B99966AD4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A198F-6150-44C0-BD3B-5D2DFCC6D3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7334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96E2D0-B199-0B8A-5316-B4C367CE8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2E3A88-A3CF-4BDC-3751-B7D596F090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8FCDC9-D2A6-3F1F-4E91-E0B576577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F9515-4A52-4E31-8766-CEB65701ABBB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4123BB-6244-ADEF-DE60-8B45B695A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4563B4-F9E3-480B-AD0B-62A9A5B47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A198F-6150-44C0-BD3B-5D2DFCC6D3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4592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69658E4-8666-AFAC-9F78-4D2DEB2B87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E78875A-6BB2-BA94-2E94-1B6590BAD3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57A699-D097-7CAA-024A-29CE184BC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F9515-4A52-4E31-8766-CEB65701ABBB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0F6CC3-88B6-A765-9CEB-F51AF3F7F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EEA1BB-A7A0-4FEF-2BDD-F2A74AFB1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A198F-6150-44C0-BD3B-5D2DFCC6D3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2665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0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3A30FDC-84D1-A2F1-7E7C-2F7236F01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9CC9AB-B801-9416-936F-8479599FA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3A4591-B059-6D63-8DCE-784E090FDE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6F9515-4A52-4E31-8766-CEB65701ABBB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E26CA2-5450-FA4B-9000-16D0E91636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7E6E69-D0A1-E169-490A-DB8505EBAC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4A198F-6150-44C0-BD3B-5D2DFCC6D3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8931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4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未命名 -1_WPS图片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227447" y="1575402"/>
            <a:ext cx="6140328" cy="2744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10000"/>
              </a:lnSpc>
            </a:pPr>
            <a:r>
              <a:rPr lang="en-US" altLang="zh-CN" sz="6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DSL</a:t>
            </a:r>
            <a:r>
              <a:rPr lang="zh-CN" altLang="en-US" sz="6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脚本</a:t>
            </a:r>
            <a:endParaRPr lang="en-US" altLang="zh-CN" sz="60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  <a:p>
            <a:pPr algn="dist">
              <a:lnSpc>
                <a:spcPct val="110000"/>
              </a:lnSpc>
            </a:pPr>
            <a:r>
              <a:rPr lang="en-US" altLang="zh-CN" sz="4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&amp;</a:t>
            </a:r>
          </a:p>
          <a:p>
            <a:pPr algn="dist">
              <a:lnSpc>
                <a:spcPct val="110000"/>
              </a:lnSpc>
            </a:pPr>
            <a:r>
              <a:rPr lang="zh-CN" altLang="en-US" sz="6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解释器设计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626080" y="4301018"/>
            <a:ext cx="73430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>
                    <a:alpha val="64000"/>
                  </a:schemeClr>
                </a:solidFill>
                <a:cs typeface="+mn-ea"/>
                <a:sym typeface="+mn-lt"/>
              </a:rPr>
              <a:t>程序设计实践项目大作业</a:t>
            </a:r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6021069" y="4677123"/>
            <a:ext cx="553085" cy="8890"/>
          </a:xfrm>
          <a:prstGeom prst="line">
            <a:avLst/>
          </a:prstGeom>
          <a:ln w="19050">
            <a:solidFill>
              <a:schemeClr val="bg1">
                <a:alpha val="6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5351769" y="4839354"/>
            <a:ext cx="44936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200" dirty="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2023211303-2023211310-</a:t>
            </a:r>
            <a:r>
              <a:rPr lang="zh-CN" altLang="en-US" sz="1200" dirty="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国瑾卓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0">
        <p:random/>
      </p:transition>
    </mc:Choice>
    <mc:Fallback xmlns="">
      <p:transition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未命名 -1_WPS图片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11461302" y="513441"/>
            <a:ext cx="363794" cy="211230"/>
            <a:chOff x="7236541" y="403123"/>
            <a:chExt cx="363794" cy="211230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7236542" y="403123"/>
              <a:ext cx="363793" cy="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7236541" y="511605"/>
              <a:ext cx="363793" cy="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7418437" y="614353"/>
              <a:ext cx="181897" cy="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8"/>
          <p:cNvSpPr txBox="1"/>
          <p:nvPr/>
        </p:nvSpPr>
        <p:spPr>
          <a:xfrm>
            <a:off x="2018030" y="2686050"/>
            <a:ext cx="89954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4800" b="1" dirty="0">
                <a:solidFill>
                  <a:schemeClr val="bg1"/>
                </a:solidFill>
                <a:cs typeface="+mn-ea"/>
                <a:sym typeface="+mn-lt"/>
              </a:rPr>
              <a:t>/</a:t>
            </a:r>
            <a:r>
              <a:rPr lang="zh-CN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需求和目标</a:t>
            </a:r>
            <a:r>
              <a:rPr lang="en-US" altLang="zh-CN" sz="4800" b="1" dirty="0">
                <a:solidFill>
                  <a:schemeClr val="bg1"/>
                </a:solidFill>
                <a:cs typeface="+mn-ea"/>
                <a:sym typeface="+mn-lt"/>
              </a:rPr>
              <a:t>/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336540" y="4032885"/>
            <a:ext cx="1886585" cy="467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Part . 01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2791780" y="3320148"/>
            <a:ext cx="6976103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i="1" spc="600" dirty="0">
                <a:solidFill>
                  <a:schemeClr val="bg1">
                    <a:alpha val="70000"/>
                  </a:schemeClr>
                </a:solidFill>
                <a:latin typeface="Malgun Gothic Semilight" panose="020B0502040204020203" pitchFamily="34" charset="-122"/>
                <a:ea typeface="Malgun Gothic Semilight" panose="020B0502040204020203" pitchFamily="34" charset="-122"/>
                <a:cs typeface="Malgun Gothic Semilight" panose="020B0502040204020203" pitchFamily="34" charset="-122"/>
                <a:sym typeface="+mn-lt"/>
              </a:rPr>
              <a:t>Requirements and Goals 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0">
        <p:random/>
      </p:transition>
    </mc:Choice>
    <mc:Fallback xmlns="">
      <p:transition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id="{E02C60C8-EDAD-2B68-FC0C-CD6E7BC2A7C3}"/>
              </a:ext>
            </a:extLst>
          </p:cNvPr>
          <p:cNvGrpSpPr/>
          <p:nvPr/>
        </p:nvGrpSpPr>
        <p:grpSpPr>
          <a:xfrm>
            <a:off x="7644992" y="644106"/>
            <a:ext cx="3250338" cy="2579876"/>
            <a:chOff x="8225031" y="376558"/>
            <a:chExt cx="3250338" cy="2579876"/>
          </a:xfrm>
        </p:grpSpPr>
        <p:sp>
          <p:nvSpPr>
            <p:cNvPr id="18" name="Shape">
              <a:extLst>
                <a:ext uri="{FF2B5EF4-FFF2-40B4-BE49-F238E27FC236}">
                  <a16:creationId xmlns:a16="http://schemas.microsoft.com/office/drawing/2014/main" id="{FCA5D18B-53A2-5CB5-2741-8050589AF70E}"/>
                </a:ext>
              </a:extLst>
            </p:cNvPr>
            <p:cNvSpPr/>
            <p:nvPr/>
          </p:nvSpPr>
          <p:spPr bwMode="auto">
            <a:xfrm rot="917816">
              <a:off x="8225031" y="376558"/>
              <a:ext cx="3102920" cy="2579876"/>
            </a:xfrm>
            <a:custGeom>
              <a:avLst/>
              <a:gdLst>
                <a:gd name="T0" fmla="*/ 912343 w 2122487"/>
                <a:gd name="T1" fmla="*/ 702822 h 2147888"/>
                <a:gd name="T2" fmla="*/ 1019025 w 2122487"/>
                <a:gd name="T3" fmla="*/ 752822 h 2147888"/>
                <a:gd name="T4" fmla="*/ 832155 w 2122487"/>
                <a:gd name="T5" fmla="*/ 978408 h 2147888"/>
                <a:gd name="T6" fmla="*/ 836610 w 2122487"/>
                <a:gd name="T7" fmla="*/ 1025591 h 2147888"/>
                <a:gd name="T8" fmla="*/ 871077 w 2122487"/>
                <a:gd name="T9" fmla="*/ 1060097 h 2147888"/>
                <a:gd name="T10" fmla="*/ 918908 w 2122487"/>
                <a:gd name="T11" fmla="*/ 1064792 h 2147888"/>
                <a:gd name="T12" fmla="*/ 1142824 w 2122487"/>
                <a:gd name="T13" fmla="*/ 878643 h 2147888"/>
                <a:gd name="T14" fmla="*/ 1191827 w 2122487"/>
                <a:gd name="T15" fmla="*/ 988502 h 2147888"/>
                <a:gd name="T16" fmla="*/ 1204958 w 2122487"/>
                <a:gd name="T17" fmla="*/ 1109158 h 2147888"/>
                <a:gd name="T18" fmla="*/ 1179401 w 2122487"/>
                <a:gd name="T19" fmla="*/ 1219955 h 2147888"/>
                <a:gd name="T20" fmla="*/ 1117736 w 2122487"/>
                <a:gd name="T21" fmla="*/ 1312678 h 2147888"/>
                <a:gd name="T22" fmla="*/ 1023715 w 2122487"/>
                <a:gd name="T23" fmla="*/ 1377702 h 2147888"/>
                <a:gd name="T24" fmla="*/ 902964 w 2122487"/>
                <a:gd name="T25" fmla="*/ 1403523 h 2147888"/>
                <a:gd name="T26" fmla="*/ 778931 w 2122487"/>
                <a:gd name="T27" fmla="*/ 1384040 h 2147888"/>
                <a:gd name="T28" fmla="*/ 665215 w 2122487"/>
                <a:gd name="T29" fmla="*/ 1323007 h 2147888"/>
                <a:gd name="T30" fmla="*/ 573772 w 2122487"/>
                <a:gd name="T31" fmla="*/ 1227937 h 2147888"/>
                <a:gd name="T32" fmla="*/ 516094 w 2122487"/>
                <a:gd name="T33" fmla="*/ 1106576 h 2147888"/>
                <a:gd name="T34" fmla="*/ 502494 w 2122487"/>
                <a:gd name="T35" fmla="*/ 976295 h 2147888"/>
                <a:gd name="T36" fmla="*/ 532740 w 2122487"/>
                <a:gd name="T37" fmla="*/ 861037 h 2147888"/>
                <a:gd name="T38" fmla="*/ 599095 w 2122487"/>
                <a:gd name="T39" fmla="*/ 769723 h 2147888"/>
                <a:gd name="T40" fmla="*/ 694523 w 2122487"/>
                <a:gd name="T41" fmla="*/ 709864 h 2147888"/>
                <a:gd name="T42" fmla="*/ 707682 w 2122487"/>
                <a:gd name="T43" fmla="*/ 270333 h 2147888"/>
                <a:gd name="T44" fmla="*/ 967579 w 2122487"/>
                <a:gd name="T45" fmla="*/ 311164 h 2147888"/>
                <a:gd name="T46" fmla="*/ 1199095 w 2122487"/>
                <a:gd name="T47" fmla="*/ 424976 h 2147888"/>
                <a:gd name="T48" fmla="*/ 1065159 w 2122487"/>
                <a:gd name="T49" fmla="*/ 618808 h 2147888"/>
                <a:gd name="T50" fmla="*/ 908704 w 2122487"/>
                <a:gd name="T51" fmla="*/ 552164 h 2147888"/>
                <a:gd name="T52" fmla="*/ 737471 w 2122487"/>
                <a:gd name="T53" fmla="*/ 537849 h 2147888"/>
                <a:gd name="T54" fmla="*/ 574215 w 2122487"/>
                <a:gd name="T55" fmla="*/ 582435 h 2147888"/>
                <a:gd name="T56" fmla="*/ 444031 w 2122487"/>
                <a:gd name="T57" fmla="*/ 680760 h 2147888"/>
                <a:gd name="T58" fmla="*/ 357477 w 2122487"/>
                <a:gd name="T59" fmla="*/ 823904 h 2147888"/>
                <a:gd name="T60" fmla="*/ 327218 w 2122487"/>
                <a:gd name="T61" fmla="*/ 1000841 h 2147888"/>
                <a:gd name="T62" fmla="*/ 365217 w 2122487"/>
                <a:gd name="T63" fmla="*/ 1194908 h 2147888"/>
                <a:gd name="T64" fmla="*/ 466315 w 2122487"/>
                <a:gd name="T65" fmla="*/ 1365508 h 2147888"/>
                <a:gd name="T66" fmla="*/ 613387 w 2122487"/>
                <a:gd name="T67" fmla="*/ 1493165 h 2147888"/>
                <a:gd name="T68" fmla="*/ 788841 w 2122487"/>
                <a:gd name="T69" fmla="*/ 1565207 h 2147888"/>
                <a:gd name="T70" fmla="*/ 973913 w 2122487"/>
                <a:gd name="T71" fmla="*/ 1572012 h 2147888"/>
                <a:gd name="T72" fmla="*/ 1140454 w 2122487"/>
                <a:gd name="T73" fmla="*/ 1512173 h 2147888"/>
                <a:gd name="T74" fmla="*/ 1261958 w 2122487"/>
                <a:gd name="T75" fmla="*/ 1401881 h 2147888"/>
                <a:gd name="T76" fmla="*/ 1333970 w 2122487"/>
                <a:gd name="T77" fmla="*/ 1257093 h 2147888"/>
                <a:gd name="T78" fmla="*/ 1352970 w 2122487"/>
                <a:gd name="T79" fmla="*/ 1091891 h 2147888"/>
                <a:gd name="T80" fmla="*/ 1315439 w 2122487"/>
                <a:gd name="T81" fmla="*/ 918474 h 2147888"/>
                <a:gd name="T82" fmla="*/ 1236860 w 2122487"/>
                <a:gd name="T83" fmla="*/ 776268 h 2147888"/>
                <a:gd name="T84" fmla="*/ 1515992 w 2122487"/>
                <a:gd name="T85" fmla="*/ 787767 h 2147888"/>
                <a:gd name="T86" fmla="*/ 1600201 w 2122487"/>
                <a:gd name="T87" fmla="*/ 1046365 h 2147888"/>
                <a:gd name="T88" fmla="*/ 1601609 w 2122487"/>
                <a:gd name="T89" fmla="*/ 1305669 h 2147888"/>
                <a:gd name="T90" fmla="*/ 1520918 w 2122487"/>
                <a:gd name="T91" fmla="*/ 1543852 h 2147888"/>
                <a:gd name="T92" fmla="*/ 1360241 w 2122487"/>
                <a:gd name="T93" fmla="*/ 1741205 h 2147888"/>
                <a:gd name="T94" fmla="*/ 1120516 w 2122487"/>
                <a:gd name="T95" fmla="*/ 1871678 h 2147888"/>
                <a:gd name="T96" fmla="*/ 933333 w 2122487"/>
                <a:gd name="T97" fmla="*/ 1904296 h 2147888"/>
                <a:gd name="T98" fmla="*/ 637078 w 2122487"/>
                <a:gd name="T99" fmla="*/ 1862291 h 2147888"/>
                <a:gd name="T100" fmla="*/ 363810 w 2122487"/>
                <a:gd name="T101" fmla="*/ 1714923 h 2147888"/>
                <a:gd name="T102" fmla="*/ 147775 w 2122487"/>
                <a:gd name="T103" fmla="*/ 1479789 h 2147888"/>
                <a:gd name="T104" fmla="*/ 36357 w 2122487"/>
                <a:gd name="T105" fmla="*/ 1238790 h 2147888"/>
                <a:gd name="T106" fmla="*/ 3284 w 2122487"/>
                <a:gd name="T107" fmla="*/ 1068424 h 2147888"/>
                <a:gd name="T108" fmla="*/ 30963 w 2122487"/>
                <a:gd name="T109" fmla="*/ 773452 h 2147888"/>
                <a:gd name="T110" fmla="*/ 154578 w 2122487"/>
                <a:gd name="T111" fmla="*/ 533391 h 2147888"/>
                <a:gd name="T112" fmla="*/ 348563 w 2122487"/>
                <a:gd name="T113" fmla="*/ 365371 h 2147888"/>
                <a:gd name="T114" fmla="*/ 592276 w 2122487"/>
                <a:gd name="T115" fmla="*/ 279719 h 2147888"/>
                <a:gd name="T116" fmla="*/ 1692442 w 2122487"/>
                <a:gd name="T117" fmla="*/ 169898 h 2147888"/>
                <a:gd name="T118" fmla="*/ 1726464 w 2122487"/>
                <a:gd name="T119" fmla="*/ 211020 h 2147888"/>
                <a:gd name="T120" fmla="*/ 926586 w 2122487"/>
                <a:gd name="T121" fmla="*/ 1021959 h 2147888"/>
                <a:gd name="T122" fmla="*/ 877782 w 2122487"/>
                <a:gd name="T123" fmla="*/ 1001280 h 2147888"/>
                <a:gd name="T124" fmla="*/ 1654900 w 2122487"/>
                <a:gd name="T125" fmla="*/ 181412 h 2147888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2122487" h="2147888">
                  <a:moveTo>
                    <a:pt x="904800" y="776287"/>
                  </a:moveTo>
                  <a:lnTo>
                    <a:pt x="914580" y="776287"/>
                  </a:lnTo>
                  <a:lnTo>
                    <a:pt x="924095" y="776287"/>
                  </a:lnTo>
                  <a:lnTo>
                    <a:pt x="933610" y="776552"/>
                  </a:lnTo>
                  <a:lnTo>
                    <a:pt x="943390" y="777081"/>
                  </a:lnTo>
                  <a:lnTo>
                    <a:pt x="952906" y="777875"/>
                  </a:lnTo>
                  <a:lnTo>
                    <a:pt x="962421" y="778934"/>
                  </a:lnTo>
                  <a:lnTo>
                    <a:pt x="971937" y="780257"/>
                  </a:lnTo>
                  <a:lnTo>
                    <a:pt x="981452" y="781845"/>
                  </a:lnTo>
                  <a:lnTo>
                    <a:pt x="991232" y="783433"/>
                  </a:lnTo>
                  <a:lnTo>
                    <a:pt x="1000483" y="785551"/>
                  </a:lnTo>
                  <a:lnTo>
                    <a:pt x="1009999" y="787668"/>
                  </a:lnTo>
                  <a:lnTo>
                    <a:pt x="1019250" y="790050"/>
                  </a:lnTo>
                  <a:lnTo>
                    <a:pt x="1028501" y="792432"/>
                  </a:lnTo>
                  <a:lnTo>
                    <a:pt x="1037488" y="795343"/>
                  </a:lnTo>
                  <a:lnTo>
                    <a:pt x="1046475" y="798519"/>
                  </a:lnTo>
                  <a:lnTo>
                    <a:pt x="1055462" y="801431"/>
                  </a:lnTo>
                  <a:lnTo>
                    <a:pt x="1064448" y="804872"/>
                  </a:lnTo>
                  <a:lnTo>
                    <a:pt x="1072907" y="808577"/>
                  </a:lnTo>
                  <a:lnTo>
                    <a:pt x="1081629" y="812282"/>
                  </a:lnTo>
                  <a:lnTo>
                    <a:pt x="1090352" y="815988"/>
                  </a:lnTo>
                  <a:lnTo>
                    <a:pt x="1099074" y="820222"/>
                  </a:lnTo>
                  <a:lnTo>
                    <a:pt x="1107532" y="824457"/>
                  </a:lnTo>
                  <a:lnTo>
                    <a:pt x="1115991" y="828956"/>
                  </a:lnTo>
                  <a:lnTo>
                    <a:pt x="1124449" y="833721"/>
                  </a:lnTo>
                  <a:lnTo>
                    <a:pt x="1132643" y="838485"/>
                  </a:lnTo>
                  <a:lnTo>
                    <a:pt x="1140572" y="843778"/>
                  </a:lnTo>
                  <a:lnTo>
                    <a:pt x="1148766" y="848807"/>
                  </a:lnTo>
                  <a:lnTo>
                    <a:pt x="1156696" y="854100"/>
                  </a:lnTo>
                  <a:lnTo>
                    <a:pt x="1164625" y="859658"/>
                  </a:lnTo>
                  <a:lnTo>
                    <a:pt x="959514" y="1065307"/>
                  </a:lnTo>
                  <a:lnTo>
                    <a:pt x="956342" y="1068483"/>
                  </a:lnTo>
                  <a:lnTo>
                    <a:pt x="953699" y="1071394"/>
                  </a:lnTo>
                  <a:lnTo>
                    <a:pt x="951320" y="1074570"/>
                  </a:lnTo>
                  <a:lnTo>
                    <a:pt x="948941" y="1078011"/>
                  </a:lnTo>
                  <a:lnTo>
                    <a:pt x="946826" y="1081452"/>
                  </a:lnTo>
                  <a:lnTo>
                    <a:pt x="944712" y="1084628"/>
                  </a:lnTo>
                  <a:lnTo>
                    <a:pt x="943126" y="1088333"/>
                  </a:lnTo>
                  <a:lnTo>
                    <a:pt x="941804" y="1092039"/>
                  </a:lnTo>
                  <a:lnTo>
                    <a:pt x="940218" y="1095744"/>
                  </a:lnTo>
                  <a:lnTo>
                    <a:pt x="938897" y="1099185"/>
                  </a:lnTo>
                  <a:lnTo>
                    <a:pt x="938104" y="1103155"/>
                  </a:lnTo>
                  <a:lnTo>
                    <a:pt x="937311" y="1106860"/>
                  </a:lnTo>
                  <a:lnTo>
                    <a:pt x="936518" y="1110830"/>
                  </a:lnTo>
                  <a:lnTo>
                    <a:pt x="935989" y="1114536"/>
                  </a:lnTo>
                  <a:lnTo>
                    <a:pt x="935725" y="1118506"/>
                  </a:lnTo>
                  <a:lnTo>
                    <a:pt x="935725" y="1122211"/>
                  </a:lnTo>
                  <a:lnTo>
                    <a:pt x="935725" y="1126181"/>
                  </a:lnTo>
                  <a:lnTo>
                    <a:pt x="935989" y="1130151"/>
                  </a:lnTo>
                  <a:lnTo>
                    <a:pt x="936518" y="1133857"/>
                  </a:lnTo>
                  <a:lnTo>
                    <a:pt x="937311" y="1137827"/>
                  </a:lnTo>
                  <a:lnTo>
                    <a:pt x="938104" y="1141532"/>
                  </a:lnTo>
                  <a:lnTo>
                    <a:pt x="938897" y="1145502"/>
                  </a:lnTo>
                  <a:lnTo>
                    <a:pt x="940218" y="1148943"/>
                  </a:lnTo>
                  <a:lnTo>
                    <a:pt x="941804" y="1152648"/>
                  </a:lnTo>
                  <a:lnTo>
                    <a:pt x="943126" y="1156354"/>
                  </a:lnTo>
                  <a:lnTo>
                    <a:pt x="944712" y="1160059"/>
                  </a:lnTo>
                  <a:lnTo>
                    <a:pt x="946826" y="1163235"/>
                  </a:lnTo>
                  <a:lnTo>
                    <a:pt x="948941" y="1166676"/>
                  </a:lnTo>
                  <a:lnTo>
                    <a:pt x="951320" y="1170116"/>
                  </a:lnTo>
                  <a:lnTo>
                    <a:pt x="953699" y="1173292"/>
                  </a:lnTo>
                  <a:lnTo>
                    <a:pt x="956342" y="1176204"/>
                  </a:lnTo>
                  <a:lnTo>
                    <a:pt x="959514" y="1179380"/>
                  </a:lnTo>
                  <a:lnTo>
                    <a:pt x="962157" y="1182291"/>
                  </a:lnTo>
                  <a:lnTo>
                    <a:pt x="965329" y="1184673"/>
                  </a:lnTo>
                  <a:lnTo>
                    <a:pt x="968501" y="1187320"/>
                  </a:lnTo>
                  <a:lnTo>
                    <a:pt x="971408" y="1189437"/>
                  </a:lnTo>
                  <a:lnTo>
                    <a:pt x="974844" y="1191819"/>
                  </a:lnTo>
                  <a:lnTo>
                    <a:pt x="978280" y="1193407"/>
                  </a:lnTo>
                  <a:lnTo>
                    <a:pt x="981981" y="1195260"/>
                  </a:lnTo>
                  <a:lnTo>
                    <a:pt x="985417" y="1196848"/>
                  </a:lnTo>
                  <a:lnTo>
                    <a:pt x="989117" y="1198171"/>
                  </a:lnTo>
                  <a:lnTo>
                    <a:pt x="992818" y="1199495"/>
                  </a:lnTo>
                  <a:lnTo>
                    <a:pt x="996518" y="1200553"/>
                  </a:lnTo>
                  <a:lnTo>
                    <a:pt x="1000483" y="1201612"/>
                  </a:lnTo>
                  <a:lnTo>
                    <a:pt x="1004184" y="1202141"/>
                  </a:lnTo>
                  <a:lnTo>
                    <a:pt x="1008148" y="1202671"/>
                  </a:lnTo>
                  <a:lnTo>
                    <a:pt x="1012113" y="1202935"/>
                  </a:lnTo>
                  <a:lnTo>
                    <a:pt x="1016342" y="1202935"/>
                  </a:lnTo>
                  <a:lnTo>
                    <a:pt x="1020307" y="1202935"/>
                  </a:lnTo>
                  <a:lnTo>
                    <a:pt x="1024272" y="1202671"/>
                  </a:lnTo>
                  <a:lnTo>
                    <a:pt x="1028237" y="1202141"/>
                  </a:lnTo>
                  <a:lnTo>
                    <a:pt x="1032201" y="1201612"/>
                  </a:lnTo>
                  <a:lnTo>
                    <a:pt x="1035902" y="1200553"/>
                  </a:lnTo>
                  <a:lnTo>
                    <a:pt x="1039602" y="1199495"/>
                  </a:lnTo>
                  <a:lnTo>
                    <a:pt x="1043303" y="1198171"/>
                  </a:lnTo>
                  <a:lnTo>
                    <a:pt x="1047003" y="1196848"/>
                  </a:lnTo>
                  <a:lnTo>
                    <a:pt x="1050704" y="1195260"/>
                  </a:lnTo>
                  <a:lnTo>
                    <a:pt x="1054140" y="1193407"/>
                  </a:lnTo>
                  <a:lnTo>
                    <a:pt x="1057576" y="1191819"/>
                  </a:lnTo>
                  <a:lnTo>
                    <a:pt x="1061012" y="1189437"/>
                  </a:lnTo>
                  <a:lnTo>
                    <a:pt x="1064184" y="1187320"/>
                  </a:lnTo>
                  <a:lnTo>
                    <a:pt x="1067092" y="1184673"/>
                  </a:lnTo>
                  <a:lnTo>
                    <a:pt x="1070263" y="1182291"/>
                  </a:lnTo>
                  <a:lnTo>
                    <a:pt x="1073435" y="1179380"/>
                  </a:lnTo>
                  <a:lnTo>
                    <a:pt x="1277490" y="974790"/>
                  </a:lnTo>
                  <a:lnTo>
                    <a:pt x="1282776" y="982730"/>
                  </a:lnTo>
                  <a:lnTo>
                    <a:pt x="1288327" y="990670"/>
                  </a:lnTo>
                  <a:lnTo>
                    <a:pt x="1293349" y="998610"/>
                  </a:lnTo>
                  <a:lnTo>
                    <a:pt x="1298106" y="1007080"/>
                  </a:lnTo>
                  <a:lnTo>
                    <a:pt x="1302864" y="1015284"/>
                  </a:lnTo>
                  <a:lnTo>
                    <a:pt x="1307358" y="1024018"/>
                  </a:lnTo>
                  <a:lnTo>
                    <a:pt x="1311851" y="1032488"/>
                  </a:lnTo>
                  <a:lnTo>
                    <a:pt x="1316080" y="1041222"/>
                  </a:lnTo>
                  <a:lnTo>
                    <a:pt x="1320309" y="1049956"/>
                  </a:lnTo>
                  <a:lnTo>
                    <a:pt x="1323745" y="1058955"/>
                  </a:lnTo>
                  <a:lnTo>
                    <a:pt x="1327710" y="1067954"/>
                  </a:lnTo>
                  <a:lnTo>
                    <a:pt x="1331146" y="1077217"/>
                  </a:lnTo>
                  <a:lnTo>
                    <a:pt x="1334582" y="1086216"/>
                  </a:lnTo>
                  <a:lnTo>
                    <a:pt x="1337490" y="1095744"/>
                  </a:lnTo>
                  <a:lnTo>
                    <a:pt x="1340662" y="1105007"/>
                  </a:lnTo>
                  <a:lnTo>
                    <a:pt x="1343569" y="1114536"/>
                  </a:lnTo>
                  <a:lnTo>
                    <a:pt x="1345948" y="1124328"/>
                  </a:lnTo>
                  <a:lnTo>
                    <a:pt x="1348327" y="1134386"/>
                  </a:lnTo>
                  <a:lnTo>
                    <a:pt x="1350442" y="1144179"/>
                  </a:lnTo>
                  <a:lnTo>
                    <a:pt x="1352556" y="1153971"/>
                  </a:lnTo>
                  <a:lnTo>
                    <a:pt x="1354142" y="1164029"/>
                  </a:lnTo>
                  <a:lnTo>
                    <a:pt x="1355464" y="1173822"/>
                  </a:lnTo>
                  <a:lnTo>
                    <a:pt x="1356785" y="1183350"/>
                  </a:lnTo>
                  <a:lnTo>
                    <a:pt x="1357578" y="1193143"/>
                  </a:lnTo>
                  <a:lnTo>
                    <a:pt x="1358371" y="1202935"/>
                  </a:lnTo>
                  <a:lnTo>
                    <a:pt x="1358900" y="1212464"/>
                  </a:lnTo>
                  <a:lnTo>
                    <a:pt x="1358900" y="1221992"/>
                  </a:lnTo>
                  <a:lnTo>
                    <a:pt x="1358900" y="1231520"/>
                  </a:lnTo>
                  <a:lnTo>
                    <a:pt x="1358900" y="1241048"/>
                  </a:lnTo>
                  <a:lnTo>
                    <a:pt x="1358371" y="1250576"/>
                  </a:lnTo>
                  <a:lnTo>
                    <a:pt x="1357843" y="1260104"/>
                  </a:lnTo>
                  <a:lnTo>
                    <a:pt x="1357050" y="1269368"/>
                  </a:lnTo>
                  <a:lnTo>
                    <a:pt x="1355728" y="1278631"/>
                  </a:lnTo>
                  <a:lnTo>
                    <a:pt x="1354406" y="1287895"/>
                  </a:lnTo>
                  <a:lnTo>
                    <a:pt x="1353085" y="1296893"/>
                  </a:lnTo>
                  <a:lnTo>
                    <a:pt x="1350970" y="1306157"/>
                  </a:lnTo>
                  <a:lnTo>
                    <a:pt x="1349120" y="1315156"/>
                  </a:lnTo>
                  <a:lnTo>
                    <a:pt x="1346741" y="1324154"/>
                  </a:lnTo>
                  <a:lnTo>
                    <a:pt x="1344627" y="1332889"/>
                  </a:lnTo>
                  <a:lnTo>
                    <a:pt x="1341983" y="1341358"/>
                  </a:lnTo>
                  <a:lnTo>
                    <a:pt x="1339076" y="1350092"/>
                  </a:lnTo>
                  <a:lnTo>
                    <a:pt x="1336168" y="1358826"/>
                  </a:lnTo>
                  <a:lnTo>
                    <a:pt x="1332732" y="1367296"/>
                  </a:lnTo>
                  <a:lnTo>
                    <a:pt x="1329560" y="1375500"/>
                  </a:lnTo>
                  <a:lnTo>
                    <a:pt x="1325860" y="1383970"/>
                  </a:lnTo>
                  <a:lnTo>
                    <a:pt x="1321895" y="1391910"/>
                  </a:lnTo>
                  <a:lnTo>
                    <a:pt x="1317930" y="1399850"/>
                  </a:lnTo>
                  <a:lnTo>
                    <a:pt x="1313701" y="1407790"/>
                  </a:lnTo>
                  <a:lnTo>
                    <a:pt x="1309208" y="1415730"/>
                  </a:lnTo>
                  <a:lnTo>
                    <a:pt x="1304450" y="1423406"/>
                  </a:lnTo>
                  <a:lnTo>
                    <a:pt x="1299428" y="1431081"/>
                  </a:lnTo>
                  <a:lnTo>
                    <a:pt x="1294406" y="1438492"/>
                  </a:lnTo>
                  <a:lnTo>
                    <a:pt x="1289384" y="1445638"/>
                  </a:lnTo>
                  <a:lnTo>
                    <a:pt x="1283833" y="1453049"/>
                  </a:lnTo>
                  <a:lnTo>
                    <a:pt x="1278018" y="1459930"/>
                  </a:lnTo>
                  <a:lnTo>
                    <a:pt x="1272203" y="1466812"/>
                  </a:lnTo>
                  <a:lnTo>
                    <a:pt x="1266388" y="1473428"/>
                  </a:lnTo>
                  <a:lnTo>
                    <a:pt x="1260044" y="1480045"/>
                  </a:lnTo>
                  <a:lnTo>
                    <a:pt x="1253701" y="1486397"/>
                  </a:lnTo>
                  <a:lnTo>
                    <a:pt x="1247093" y="1492749"/>
                  </a:lnTo>
                  <a:lnTo>
                    <a:pt x="1240221" y="1498837"/>
                  </a:lnTo>
                  <a:lnTo>
                    <a:pt x="1233613" y="1504659"/>
                  </a:lnTo>
                  <a:lnTo>
                    <a:pt x="1226212" y="1510218"/>
                  </a:lnTo>
                  <a:lnTo>
                    <a:pt x="1218811" y="1516040"/>
                  </a:lnTo>
                  <a:lnTo>
                    <a:pt x="1211674" y="1521334"/>
                  </a:lnTo>
                  <a:lnTo>
                    <a:pt x="1203745" y="1526362"/>
                  </a:lnTo>
                  <a:lnTo>
                    <a:pt x="1195815" y="1531391"/>
                  </a:lnTo>
                  <a:lnTo>
                    <a:pt x="1187885" y="1536155"/>
                  </a:lnTo>
                  <a:lnTo>
                    <a:pt x="1179691" y="1540655"/>
                  </a:lnTo>
                  <a:lnTo>
                    <a:pt x="1171233" y="1545154"/>
                  </a:lnTo>
                  <a:lnTo>
                    <a:pt x="1162775" y="1549389"/>
                  </a:lnTo>
                  <a:lnTo>
                    <a:pt x="1154053" y="1553359"/>
                  </a:lnTo>
                  <a:lnTo>
                    <a:pt x="1145066" y="1557064"/>
                  </a:lnTo>
                  <a:lnTo>
                    <a:pt x="1136079" y="1560240"/>
                  </a:lnTo>
                  <a:lnTo>
                    <a:pt x="1127092" y="1563681"/>
                  </a:lnTo>
                  <a:lnTo>
                    <a:pt x="1117577" y="1566592"/>
                  </a:lnTo>
                  <a:lnTo>
                    <a:pt x="1108325" y="1569239"/>
                  </a:lnTo>
                  <a:lnTo>
                    <a:pt x="1098546" y="1571886"/>
                  </a:lnTo>
                  <a:lnTo>
                    <a:pt x="1089030" y="1574003"/>
                  </a:lnTo>
                  <a:lnTo>
                    <a:pt x="1078986" y="1576385"/>
                  </a:lnTo>
                  <a:lnTo>
                    <a:pt x="1068942" y="1577973"/>
                  </a:lnTo>
                  <a:lnTo>
                    <a:pt x="1058633" y="1579296"/>
                  </a:lnTo>
                  <a:lnTo>
                    <a:pt x="1048589" y="1580620"/>
                  </a:lnTo>
                  <a:lnTo>
                    <a:pt x="1038545" y="1581678"/>
                  </a:lnTo>
                  <a:lnTo>
                    <a:pt x="1028501" y="1582208"/>
                  </a:lnTo>
                  <a:lnTo>
                    <a:pt x="1017928" y="1582472"/>
                  </a:lnTo>
                  <a:lnTo>
                    <a:pt x="1007884" y="1582737"/>
                  </a:lnTo>
                  <a:lnTo>
                    <a:pt x="997840" y="1582472"/>
                  </a:lnTo>
                  <a:lnTo>
                    <a:pt x="987796" y="1582208"/>
                  </a:lnTo>
                  <a:lnTo>
                    <a:pt x="977752" y="1581414"/>
                  </a:lnTo>
                  <a:lnTo>
                    <a:pt x="967443" y="1580620"/>
                  </a:lnTo>
                  <a:lnTo>
                    <a:pt x="957399" y="1579032"/>
                  </a:lnTo>
                  <a:lnTo>
                    <a:pt x="947355" y="1577708"/>
                  </a:lnTo>
                  <a:lnTo>
                    <a:pt x="937575" y="1576120"/>
                  </a:lnTo>
                  <a:lnTo>
                    <a:pt x="927531" y="1574003"/>
                  </a:lnTo>
                  <a:lnTo>
                    <a:pt x="917487" y="1571886"/>
                  </a:lnTo>
                  <a:lnTo>
                    <a:pt x="907443" y="1569239"/>
                  </a:lnTo>
                  <a:lnTo>
                    <a:pt x="897663" y="1566857"/>
                  </a:lnTo>
                  <a:lnTo>
                    <a:pt x="887883" y="1563681"/>
                  </a:lnTo>
                  <a:lnTo>
                    <a:pt x="878103" y="1560505"/>
                  </a:lnTo>
                  <a:lnTo>
                    <a:pt x="868324" y="1557064"/>
                  </a:lnTo>
                  <a:lnTo>
                    <a:pt x="858808" y="1553359"/>
                  </a:lnTo>
                  <a:lnTo>
                    <a:pt x="849028" y="1549389"/>
                  </a:lnTo>
                  <a:lnTo>
                    <a:pt x="839513" y="1545419"/>
                  </a:lnTo>
                  <a:lnTo>
                    <a:pt x="829997" y="1540919"/>
                  </a:lnTo>
                  <a:lnTo>
                    <a:pt x="820746" y="1536420"/>
                  </a:lnTo>
                  <a:lnTo>
                    <a:pt x="811495" y="1531656"/>
                  </a:lnTo>
                  <a:lnTo>
                    <a:pt x="802508" y="1526627"/>
                  </a:lnTo>
                  <a:lnTo>
                    <a:pt x="793257" y="1521334"/>
                  </a:lnTo>
                  <a:lnTo>
                    <a:pt x="784535" y="1515776"/>
                  </a:lnTo>
                  <a:lnTo>
                    <a:pt x="775548" y="1509953"/>
                  </a:lnTo>
                  <a:lnTo>
                    <a:pt x="766825" y="1504130"/>
                  </a:lnTo>
                  <a:lnTo>
                    <a:pt x="758367" y="1498307"/>
                  </a:lnTo>
                  <a:lnTo>
                    <a:pt x="749909" y="1491691"/>
                  </a:lnTo>
                  <a:lnTo>
                    <a:pt x="741451" y="1485339"/>
                  </a:lnTo>
                  <a:lnTo>
                    <a:pt x="733257" y="1478457"/>
                  </a:lnTo>
                  <a:lnTo>
                    <a:pt x="725063" y="1471840"/>
                  </a:lnTo>
                  <a:lnTo>
                    <a:pt x="717398" y="1464694"/>
                  </a:lnTo>
                  <a:lnTo>
                    <a:pt x="709468" y="1457548"/>
                  </a:lnTo>
                  <a:lnTo>
                    <a:pt x="701803" y="1450137"/>
                  </a:lnTo>
                  <a:lnTo>
                    <a:pt x="694402" y="1442197"/>
                  </a:lnTo>
                  <a:lnTo>
                    <a:pt x="687001" y="1434787"/>
                  </a:lnTo>
                  <a:lnTo>
                    <a:pt x="679864" y="1426582"/>
                  </a:lnTo>
                  <a:lnTo>
                    <a:pt x="672992" y="1418377"/>
                  </a:lnTo>
                  <a:lnTo>
                    <a:pt x="666120" y="1410172"/>
                  </a:lnTo>
                  <a:lnTo>
                    <a:pt x="659512" y="1401967"/>
                  </a:lnTo>
                  <a:lnTo>
                    <a:pt x="652904" y="1393233"/>
                  </a:lnTo>
                  <a:lnTo>
                    <a:pt x="646824" y="1384499"/>
                  </a:lnTo>
                  <a:lnTo>
                    <a:pt x="641009" y="1375500"/>
                  </a:lnTo>
                  <a:lnTo>
                    <a:pt x="635194" y="1366502"/>
                  </a:lnTo>
                  <a:lnTo>
                    <a:pt x="629379" y="1357238"/>
                  </a:lnTo>
                  <a:lnTo>
                    <a:pt x="623829" y="1347975"/>
                  </a:lnTo>
                  <a:lnTo>
                    <a:pt x="618807" y="1338447"/>
                  </a:lnTo>
                  <a:lnTo>
                    <a:pt x="613784" y="1328918"/>
                  </a:lnTo>
                  <a:lnTo>
                    <a:pt x="609027" y="1319126"/>
                  </a:lnTo>
                  <a:lnTo>
                    <a:pt x="604533" y="1309068"/>
                  </a:lnTo>
                  <a:lnTo>
                    <a:pt x="600040" y="1299275"/>
                  </a:lnTo>
                  <a:lnTo>
                    <a:pt x="595811" y="1289218"/>
                  </a:lnTo>
                  <a:lnTo>
                    <a:pt x="592110" y="1278896"/>
                  </a:lnTo>
                  <a:lnTo>
                    <a:pt x="588410" y="1268309"/>
                  </a:lnTo>
                  <a:lnTo>
                    <a:pt x="585238" y="1257987"/>
                  </a:lnTo>
                  <a:lnTo>
                    <a:pt x="581802" y="1247665"/>
                  </a:lnTo>
                  <a:lnTo>
                    <a:pt x="578894" y="1237078"/>
                  </a:lnTo>
                  <a:lnTo>
                    <a:pt x="576515" y="1225962"/>
                  </a:lnTo>
                  <a:lnTo>
                    <a:pt x="573872" y="1215375"/>
                  </a:lnTo>
                  <a:lnTo>
                    <a:pt x="572022" y="1204523"/>
                  </a:lnTo>
                  <a:lnTo>
                    <a:pt x="570172" y="1193937"/>
                  </a:lnTo>
                  <a:lnTo>
                    <a:pt x="568586" y="1183615"/>
                  </a:lnTo>
                  <a:lnTo>
                    <a:pt x="567529" y="1173028"/>
                  </a:lnTo>
                  <a:lnTo>
                    <a:pt x="566736" y="1162441"/>
                  </a:lnTo>
                  <a:lnTo>
                    <a:pt x="565678" y="1152119"/>
                  </a:lnTo>
                  <a:lnTo>
                    <a:pt x="565414" y="1141797"/>
                  </a:lnTo>
                  <a:lnTo>
                    <a:pt x="565150" y="1131210"/>
                  </a:lnTo>
                  <a:lnTo>
                    <a:pt x="565414" y="1121152"/>
                  </a:lnTo>
                  <a:lnTo>
                    <a:pt x="565678" y="1110830"/>
                  </a:lnTo>
                  <a:lnTo>
                    <a:pt x="566471" y="1100773"/>
                  </a:lnTo>
                  <a:lnTo>
                    <a:pt x="567529" y="1090980"/>
                  </a:lnTo>
                  <a:lnTo>
                    <a:pt x="568586" y="1080923"/>
                  </a:lnTo>
                  <a:lnTo>
                    <a:pt x="569907" y="1071130"/>
                  </a:lnTo>
                  <a:lnTo>
                    <a:pt x="571493" y="1061337"/>
                  </a:lnTo>
                  <a:lnTo>
                    <a:pt x="573344" y="1051809"/>
                  </a:lnTo>
                  <a:lnTo>
                    <a:pt x="575723" y="1042281"/>
                  </a:lnTo>
                  <a:lnTo>
                    <a:pt x="577837" y="1033017"/>
                  </a:lnTo>
                  <a:lnTo>
                    <a:pt x="580480" y="1023754"/>
                  </a:lnTo>
                  <a:lnTo>
                    <a:pt x="583123" y="1014755"/>
                  </a:lnTo>
                  <a:lnTo>
                    <a:pt x="586295" y="1005756"/>
                  </a:lnTo>
                  <a:lnTo>
                    <a:pt x="589467" y="996757"/>
                  </a:lnTo>
                  <a:lnTo>
                    <a:pt x="592903" y="988023"/>
                  </a:lnTo>
                  <a:lnTo>
                    <a:pt x="596604" y="979289"/>
                  </a:lnTo>
                  <a:lnTo>
                    <a:pt x="600568" y="970820"/>
                  </a:lnTo>
                  <a:lnTo>
                    <a:pt x="604533" y="962615"/>
                  </a:lnTo>
                  <a:lnTo>
                    <a:pt x="609027" y="954410"/>
                  </a:lnTo>
                  <a:lnTo>
                    <a:pt x="613520" y="946205"/>
                  </a:lnTo>
                  <a:lnTo>
                    <a:pt x="618278" y="938001"/>
                  </a:lnTo>
                  <a:lnTo>
                    <a:pt x="623036" y="930590"/>
                  </a:lnTo>
                  <a:lnTo>
                    <a:pt x="628322" y="922650"/>
                  </a:lnTo>
                  <a:lnTo>
                    <a:pt x="633344" y="915239"/>
                  </a:lnTo>
                  <a:lnTo>
                    <a:pt x="638895" y="908093"/>
                  </a:lnTo>
                  <a:lnTo>
                    <a:pt x="644710" y="900947"/>
                  </a:lnTo>
                  <a:lnTo>
                    <a:pt x="650525" y="894065"/>
                  </a:lnTo>
                  <a:lnTo>
                    <a:pt x="656340" y="887184"/>
                  </a:lnTo>
                  <a:lnTo>
                    <a:pt x="662683" y="880567"/>
                  </a:lnTo>
                  <a:lnTo>
                    <a:pt x="669027" y="873950"/>
                  </a:lnTo>
                  <a:lnTo>
                    <a:pt x="675371" y="867863"/>
                  </a:lnTo>
                  <a:lnTo>
                    <a:pt x="682243" y="861511"/>
                  </a:lnTo>
                  <a:lnTo>
                    <a:pt x="688851" y="855688"/>
                  </a:lnTo>
                  <a:lnTo>
                    <a:pt x="695988" y="850130"/>
                  </a:lnTo>
                  <a:lnTo>
                    <a:pt x="703124" y="844572"/>
                  </a:lnTo>
                  <a:lnTo>
                    <a:pt x="710525" y="839279"/>
                  </a:lnTo>
                  <a:lnTo>
                    <a:pt x="718190" y="833985"/>
                  </a:lnTo>
                  <a:lnTo>
                    <a:pt x="725591" y="828956"/>
                  </a:lnTo>
                  <a:lnTo>
                    <a:pt x="733521" y="824192"/>
                  </a:lnTo>
                  <a:lnTo>
                    <a:pt x="741451" y="819693"/>
                  </a:lnTo>
                  <a:lnTo>
                    <a:pt x="749644" y="815458"/>
                  </a:lnTo>
                  <a:lnTo>
                    <a:pt x="757574" y="811224"/>
                  </a:lnTo>
                  <a:lnTo>
                    <a:pt x="765768" y="807518"/>
                  </a:lnTo>
                  <a:lnTo>
                    <a:pt x="774226" y="803813"/>
                  </a:lnTo>
                  <a:lnTo>
                    <a:pt x="782949" y="800372"/>
                  </a:lnTo>
                  <a:lnTo>
                    <a:pt x="791671" y="796931"/>
                  </a:lnTo>
                  <a:lnTo>
                    <a:pt x="800394" y="794285"/>
                  </a:lnTo>
                  <a:lnTo>
                    <a:pt x="809381" y="791373"/>
                  </a:lnTo>
                  <a:lnTo>
                    <a:pt x="818632" y="788991"/>
                  </a:lnTo>
                  <a:lnTo>
                    <a:pt x="827883" y="786345"/>
                  </a:lnTo>
                  <a:lnTo>
                    <a:pt x="837134" y="784492"/>
                  </a:lnTo>
                  <a:lnTo>
                    <a:pt x="846650" y="782375"/>
                  </a:lnTo>
                  <a:lnTo>
                    <a:pt x="856165" y="780787"/>
                  </a:lnTo>
                  <a:lnTo>
                    <a:pt x="865680" y="779198"/>
                  </a:lnTo>
                  <a:lnTo>
                    <a:pt x="875460" y="778140"/>
                  </a:lnTo>
                  <a:lnTo>
                    <a:pt x="885240" y="777346"/>
                  </a:lnTo>
                  <a:lnTo>
                    <a:pt x="894756" y="776816"/>
                  </a:lnTo>
                  <a:lnTo>
                    <a:pt x="904800" y="776287"/>
                  </a:lnTo>
                  <a:close/>
                  <a:moveTo>
                    <a:pt x="797783" y="304800"/>
                  </a:moveTo>
                  <a:lnTo>
                    <a:pt x="819466" y="304800"/>
                  </a:lnTo>
                  <a:lnTo>
                    <a:pt x="840885" y="305594"/>
                  </a:lnTo>
                  <a:lnTo>
                    <a:pt x="862304" y="306652"/>
                  </a:lnTo>
                  <a:lnTo>
                    <a:pt x="883722" y="307975"/>
                  </a:lnTo>
                  <a:lnTo>
                    <a:pt x="904877" y="310356"/>
                  </a:lnTo>
                  <a:lnTo>
                    <a:pt x="925767" y="312738"/>
                  </a:lnTo>
                  <a:lnTo>
                    <a:pt x="946921" y="315913"/>
                  </a:lnTo>
                  <a:lnTo>
                    <a:pt x="968075" y="319617"/>
                  </a:lnTo>
                  <a:lnTo>
                    <a:pt x="988701" y="323586"/>
                  </a:lnTo>
                  <a:lnTo>
                    <a:pt x="1009591" y="328083"/>
                  </a:lnTo>
                  <a:lnTo>
                    <a:pt x="1029952" y="333111"/>
                  </a:lnTo>
                  <a:lnTo>
                    <a:pt x="1050577" y="338402"/>
                  </a:lnTo>
                  <a:lnTo>
                    <a:pt x="1070674" y="344223"/>
                  </a:lnTo>
                  <a:lnTo>
                    <a:pt x="1090770" y="350838"/>
                  </a:lnTo>
                  <a:lnTo>
                    <a:pt x="1110603" y="357188"/>
                  </a:lnTo>
                  <a:lnTo>
                    <a:pt x="1130170" y="364331"/>
                  </a:lnTo>
                  <a:lnTo>
                    <a:pt x="1149474" y="371740"/>
                  </a:lnTo>
                  <a:lnTo>
                    <a:pt x="1168513" y="379677"/>
                  </a:lnTo>
                  <a:lnTo>
                    <a:pt x="1187816" y="387879"/>
                  </a:lnTo>
                  <a:lnTo>
                    <a:pt x="1206855" y="396611"/>
                  </a:lnTo>
                  <a:lnTo>
                    <a:pt x="1225629" y="405606"/>
                  </a:lnTo>
                  <a:lnTo>
                    <a:pt x="1244139" y="415131"/>
                  </a:lnTo>
                  <a:lnTo>
                    <a:pt x="1262649" y="424656"/>
                  </a:lnTo>
                  <a:lnTo>
                    <a:pt x="1280895" y="434975"/>
                  </a:lnTo>
                  <a:lnTo>
                    <a:pt x="1298876" y="445294"/>
                  </a:lnTo>
                  <a:lnTo>
                    <a:pt x="1316593" y="456406"/>
                  </a:lnTo>
                  <a:lnTo>
                    <a:pt x="1334310" y="467519"/>
                  </a:lnTo>
                  <a:lnTo>
                    <a:pt x="1351762" y="479161"/>
                  </a:lnTo>
                  <a:lnTo>
                    <a:pt x="1368686" y="491067"/>
                  </a:lnTo>
                  <a:lnTo>
                    <a:pt x="1385609" y="503502"/>
                  </a:lnTo>
                  <a:lnTo>
                    <a:pt x="1404648" y="517790"/>
                  </a:lnTo>
                  <a:lnTo>
                    <a:pt x="1423158" y="532871"/>
                  </a:lnTo>
                  <a:lnTo>
                    <a:pt x="1441404" y="548217"/>
                  </a:lnTo>
                  <a:lnTo>
                    <a:pt x="1459385" y="563563"/>
                  </a:lnTo>
                  <a:lnTo>
                    <a:pt x="1273491" y="749565"/>
                  </a:lnTo>
                  <a:lnTo>
                    <a:pt x="1260270" y="738717"/>
                  </a:lnTo>
                  <a:lnTo>
                    <a:pt x="1253394" y="733161"/>
                  </a:lnTo>
                  <a:lnTo>
                    <a:pt x="1246519" y="728134"/>
                  </a:lnTo>
                  <a:lnTo>
                    <a:pt x="1235149" y="720196"/>
                  </a:lnTo>
                  <a:lnTo>
                    <a:pt x="1224043" y="712259"/>
                  </a:lnTo>
                  <a:lnTo>
                    <a:pt x="1212408" y="704850"/>
                  </a:lnTo>
                  <a:lnTo>
                    <a:pt x="1200773" y="697706"/>
                  </a:lnTo>
                  <a:lnTo>
                    <a:pt x="1188874" y="690298"/>
                  </a:lnTo>
                  <a:lnTo>
                    <a:pt x="1176710" y="683684"/>
                  </a:lnTo>
                  <a:lnTo>
                    <a:pt x="1164811" y="677069"/>
                  </a:lnTo>
                  <a:lnTo>
                    <a:pt x="1152647" y="670719"/>
                  </a:lnTo>
                  <a:lnTo>
                    <a:pt x="1140219" y="664634"/>
                  </a:lnTo>
                  <a:lnTo>
                    <a:pt x="1128055" y="658813"/>
                  </a:lnTo>
                  <a:lnTo>
                    <a:pt x="1115362" y="653521"/>
                  </a:lnTo>
                  <a:lnTo>
                    <a:pt x="1102670" y="648229"/>
                  </a:lnTo>
                  <a:lnTo>
                    <a:pt x="1089713" y="643202"/>
                  </a:lnTo>
                  <a:lnTo>
                    <a:pt x="1076756" y="638704"/>
                  </a:lnTo>
                  <a:lnTo>
                    <a:pt x="1064063" y="634206"/>
                  </a:lnTo>
                  <a:lnTo>
                    <a:pt x="1051106" y="629973"/>
                  </a:lnTo>
                  <a:lnTo>
                    <a:pt x="1037885" y="626004"/>
                  </a:lnTo>
                  <a:lnTo>
                    <a:pt x="1024399" y="622565"/>
                  </a:lnTo>
                  <a:lnTo>
                    <a:pt x="1010913" y="619390"/>
                  </a:lnTo>
                  <a:lnTo>
                    <a:pt x="997427" y="616479"/>
                  </a:lnTo>
                  <a:lnTo>
                    <a:pt x="983941" y="613569"/>
                  </a:lnTo>
                  <a:lnTo>
                    <a:pt x="970191" y="611452"/>
                  </a:lnTo>
                  <a:lnTo>
                    <a:pt x="956705" y="609336"/>
                  </a:lnTo>
                  <a:lnTo>
                    <a:pt x="942954" y="607748"/>
                  </a:lnTo>
                  <a:lnTo>
                    <a:pt x="928940" y="606425"/>
                  </a:lnTo>
                  <a:lnTo>
                    <a:pt x="915189" y="605102"/>
                  </a:lnTo>
                  <a:lnTo>
                    <a:pt x="901439" y="604573"/>
                  </a:lnTo>
                  <a:lnTo>
                    <a:pt x="887424" y="604044"/>
                  </a:lnTo>
                  <a:lnTo>
                    <a:pt x="873410" y="604044"/>
                  </a:lnTo>
                  <a:lnTo>
                    <a:pt x="859395" y="604573"/>
                  </a:lnTo>
                  <a:lnTo>
                    <a:pt x="845380" y="605102"/>
                  </a:lnTo>
                  <a:lnTo>
                    <a:pt x="831365" y="606425"/>
                  </a:lnTo>
                  <a:lnTo>
                    <a:pt x="817351" y="607748"/>
                  </a:lnTo>
                  <a:lnTo>
                    <a:pt x="803071" y="609336"/>
                  </a:lnTo>
                  <a:lnTo>
                    <a:pt x="789057" y="611452"/>
                  </a:lnTo>
                  <a:lnTo>
                    <a:pt x="775306" y="613834"/>
                  </a:lnTo>
                  <a:lnTo>
                    <a:pt x="761820" y="616744"/>
                  </a:lnTo>
                  <a:lnTo>
                    <a:pt x="748599" y="619919"/>
                  </a:lnTo>
                  <a:lnTo>
                    <a:pt x="735377" y="623359"/>
                  </a:lnTo>
                  <a:lnTo>
                    <a:pt x="722156" y="627063"/>
                  </a:lnTo>
                  <a:lnTo>
                    <a:pt x="709199" y="631296"/>
                  </a:lnTo>
                  <a:lnTo>
                    <a:pt x="696506" y="635794"/>
                  </a:lnTo>
                  <a:lnTo>
                    <a:pt x="683814" y="640556"/>
                  </a:lnTo>
                  <a:lnTo>
                    <a:pt x="671650" y="645584"/>
                  </a:lnTo>
                  <a:lnTo>
                    <a:pt x="659486" y="650875"/>
                  </a:lnTo>
                  <a:lnTo>
                    <a:pt x="647323" y="656696"/>
                  </a:lnTo>
                  <a:lnTo>
                    <a:pt x="635952" y="662517"/>
                  </a:lnTo>
                  <a:lnTo>
                    <a:pt x="624053" y="668867"/>
                  </a:lnTo>
                  <a:lnTo>
                    <a:pt x="612682" y="675481"/>
                  </a:lnTo>
                  <a:lnTo>
                    <a:pt x="601312" y="682361"/>
                  </a:lnTo>
                  <a:lnTo>
                    <a:pt x="590206" y="689769"/>
                  </a:lnTo>
                  <a:lnTo>
                    <a:pt x="579100" y="697442"/>
                  </a:lnTo>
                  <a:lnTo>
                    <a:pt x="568523" y="705115"/>
                  </a:lnTo>
                  <a:lnTo>
                    <a:pt x="558210" y="713317"/>
                  </a:lnTo>
                  <a:lnTo>
                    <a:pt x="548162" y="721784"/>
                  </a:lnTo>
                  <a:lnTo>
                    <a:pt x="537849" y="730515"/>
                  </a:lnTo>
                  <a:lnTo>
                    <a:pt x="528329" y="739246"/>
                  </a:lnTo>
                  <a:lnTo>
                    <a:pt x="518810" y="748507"/>
                  </a:lnTo>
                  <a:lnTo>
                    <a:pt x="509555" y="758032"/>
                  </a:lnTo>
                  <a:lnTo>
                    <a:pt x="500564" y="767557"/>
                  </a:lnTo>
                  <a:lnTo>
                    <a:pt x="491838" y="777346"/>
                  </a:lnTo>
                  <a:lnTo>
                    <a:pt x="483641" y="787665"/>
                  </a:lnTo>
                  <a:lnTo>
                    <a:pt x="475444" y="798248"/>
                  </a:lnTo>
                  <a:lnTo>
                    <a:pt x="467246" y="808832"/>
                  </a:lnTo>
                  <a:lnTo>
                    <a:pt x="459578" y="819679"/>
                  </a:lnTo>
                  <a:lnTo>
                    <a:pt x="452174" y="831057"/>
                  </a:lnTo>
                  <a:lnTo>
                    <a:pt x="444770" y="842434"/>
                  </a:lnTo>
                  <a:lnTo>
                    <a:pt x="438159" y="854340"/>
                  </a:lnTo>
                  <a:lnTo>
                    <a:pt x="431284" y="866246"/>
                  </a:lnTo>
                  <a:lnTo>
                    <a:pt x="425202" y="878417"/>
                  </a:lnTo>
                  <a:lnTo>
                    <a:pt x="419120" y="890852"/>
                  </a:lnTo>
                  <a:lnTo>
                    <a:pt x="413303" y="903288"/>
                  </a:lnTo>
                  <a:lnTo>
                    <a:pt x="408014" y="915988"/>
                  </a:lnTo>
                  <a:lnTo>
                    <a:pt x="402990" y="928952"/>
                  </a:lnTo>
                  <a:lnTo>
                    <a:pt x="398495" y="941917"/>
                  </a:lnTo>
                  <a:lnTo>
                    <a:pt x="393999" y="955411"/>
                  </a:lnTo>
                  <a:lnTo>
                    <a:pt x="390033" y="968905"/>
                  </a:lnTo>
                  <a:lnTo>
                    <a:pt x="386331" y="982398"/>
                  </a:lnTo>
                  <a:lnTo>
                    <a:pt x="383158" y="996157"/>
                  </a:lnTo>
                  <a:lnTo>
                    <a:pt x="379985" y="1010180"/>
                  </a:lnTo>
                  <a:lnTo>
                    <a:pt x="377076" y="1024467"/>
                  </a:lnTo>
                  <a:lnTo>
                    <a:pt x="374961" y="1038755"/>
                  </a:lnTo>
                  <a:lnTo>
                    <a:pt x="372845" y="1053571"/>
                  </a:lnTo>
                  <a:lnTo>
                    <a:pt x="371523" y="1068388"/>
                  </a:lnTo>
                  <a:lnTo>
                    <a:pt x="370201" y="1083205"/>
                  </a:lnTo>
                  <a:lnTo>
                    <a:pt x="369672" y="1098021"/>
                  </a:lnTo>
                  <a:lnTo>
                    <a:pt x="368879" y="1113367"/>
                  </a:lnTo>
                  <a:lnTo>
                    <a:pt x="368879" y="1128448"/>
                  </a:lnTo>
                  <a:lnTo>
                    <a:pt x="369143" y="1143794"/>
                  </a:lnTo>
                  <a:lnTo>
                    <a:pt x="370201" y="1159140"/>
                  </a:lnTo>
                  <a:lnTo>
                    <a:pt x="371523" y="1174750"/>
                  </a:lnTo>
                  <a:lnTo>
                    <a:pt x="372845" y="1190096"/>
                  </a:lnTo>
                  <a:lnTo>
                    <a:pt x="374961" y="1205971"/>
                  </a:lnTo>
                  <a:lnTo>
                    <a:pt x="377340" y="1221582"/>
                  </a:lnTo>
                  <a:lnTo>
                    <a:pt x="380249" y="1237721"/>
                  </a:lnTo>
                  <a:lnTo>
                    <a:pt x="383687" y="1253332"/>
                  </a:lnTo>
                  <a:lnTo>
                    <a:pt x="387124" y="1269471"/>
                  </a:lnTo>
                  <a:lnTo>
                    <a:pt x="391355" y="1285346"/>
                  </a:lnTo>
                  <a:lnTo>
                    <a:pt x="395850" y="1300957"/>
                  </a:lnTo>
                  <a:lnTo>
                    <a:pt x="400875" y="1316567"/>
                  </a:lnTo>
                  <a:lnTo>
                    <a:pt x="406163" y="1331648"/>
                  </a:lnTo>
                  <a:lnTo>
                    <a:pt x="411716" y="1347259"/>
                  </a:lnTo>
                  <a:lnTo>
                    <a:pt x="417798" y="1362075"/>
                  </a:lnTo>
                  <a:lnTo>
                    <a:pt x="423880" y="1376892"/>
                  </a:lnTo>
                  <a:lnTo>
                    <a:pt x="430755" y="1391709"/>
                  </a:lnTo>
                  <a:lnTo>
                    <a:pt x="437630" y="1406261"/>
                  </a:lnTo>
                  <a:lnTo>
                    <a:pt x="445034" y="1420548"/>
                  </a:lnTo>
                  <a:lnTo>
                    <a:pt x="452967" y="1434571"/>
                  </a:lnTo>
                  <a:lnTo>
                    <a:pt x="460900" y="1448330"/>
                  </a:lnTo>
                  <a:lnTo>
                    <a:pt x="469097" y="1462088"/>
                  </a:lnTo>
                  <a:lnTo>
                    <a:pt x="477823" y="1475582"/>
                  </a:lnTo>
                  <a:lnTo>
                    <a:pt x="486814" y="1488811"/>
                  </a:lnTo>
                  <a:lnTo>
                    <a:pt x="496069" y="1502040"/>
                  </a:lnTo>
                  <a:lnTo>
                    <a:pt x="505589" y="1515005"/>
                  </a:lnTo>
                  <a:lnTo>
                    <a:pt x="515637" y="1527176"/>
                  </a:lnTo>
                  <a:lnTo>
                    <a:pt x="525685" y="1539611"/>
                  </a:lnTo>
                  <a:lnTo>
                    <a:pt x="535733" y="1551782"/>
                  </a:lnTo>
                  <a:lnTo>
                    <a:pt x="546311" y="1563423"/>
                  </a:lnTo>
                  <a:lnTo>
                    <a:pt x="557417" y="1575065"/>
                  </a:lnTo>
                  <a:lnTo>
                    <a:pt x="568523" y="1586442"/>
                  </a:lnTo>
                  <a:lnTo>
                    <a:pt x="579893" y="1597555"/>
                  </a:lnTo>
                  <a:lnTo>
                    <a:pt x="591264" y="1608138"/>
                  </a:lnTo>
                  <a:lnTo>
                    <a:pt x="603163" y="1618457"/>
                  </a:lnTo>
                  <a:lnTo>
                    <a:pt x="615062" y="1628776"/>
                  </a:lnTo>
                  <a:lnTo>
                    <a:pt x="627490" y="1638830"/>
                  </a:lnTo>
                  <a:lnTo>
                    <a:pt x="639919" y="1648355"/>
                  </a:lnTo>
                  <a:lnTo>
                    <a:pt x="652347" y="1657615"/>
                  </a:lnTo>
                  <a:lnTo>
                    <a:pt x="665304" y="1666611"/>
                  </a:lnTo>
                  <a:lnTo>
                    <a:pt x="678261" y="1675342"/>
                  </a:lnTo>
                  <a:lnTo>
                    <a:pt x="691482" y="1683544"/>
                  </a:lnTo>
                  <a:lnTo>
                    <a:pt x="704968" y="1691482"/>
                  </a:lnTo>
                  <a:lnTo>
                    <a:pt x="718454" y="1699155"/>
                  </a:lnTo>
                  <a:lnTo>
                    <a:pt x="731940" y="1706828"/>
                  </a:lnTo>
                  <a:lnTo>
                    <a:pt x="745690" y="1713707"/>
                  </a:lnTo>
                  <a:lnTo>
                    <a:pt x="759441" y="1720057"/>
                  </a:lnTo>
                  <a:lnTo>
                    <a:pt x="773455" y="1726671"/>
                  </a:lnTo>
                  <a:lnTo>
                    <a:pt x="787734" y="1732492"/>
                  </a:lnTo>
                  <a:lnTo>
                    <a:pt x="801749" y="1738313"/>
                  </a:lnTo>
                  <a:lnTo>
                    <a:pt x="816293" y="1743605"/>
                  </a:lnTo>
                  <a:lnTo>
                    <a:pt x="830836" y="1748632"/>
                  </a:lnTo>
                  <a:lnTo>
                    <a:pt x="845380" y="1753130"/>
                  </a:lnTo>
                  <a:lnTo>
                    <a:pt x="859924" y="1757363"/>
                  </a:lnTo>
                  <a:lnTo>
                    <a:pt x="874732" y="1761067"/>
                  </a:lnTo>
                  <a:lnTo>
                    <a:pt x="889275" y="1764771"/>
                  </a:lnTo>
                  <a:lnTo>
                    <a:pt x="904348" y="1767946"/>
                  </a:lnTo>
                  <a:lnTo>
                    <a:pt x="918891" y="1770328"/>
                  </a:lnTo>
                  <a:lnTo>
                    <a:pt x="933699" y="1772709"/>
                  </a:lnTo>
                  <a:lnTo>
                    <a:pt x="948507" y="1774561"/>
                  </a:lnTo>
                  <a:lnTo>
                    <a:pt x="963580" y="1776413"/>
                  </a:lnTo>
                  <a:lnTo>
                    <a:pt x="978388" y="1777471"/>
                  </a:lnTo>
                  <a:lnTo>
                    <a:pt x="993196" y="1778265"/>
                  </a:lnTo>
                  <a:lnTo>
                    <a:pt x="1008268" y="1778530"/>
                  </a:lnTo>
                  <a:lnTo>
                    <a:pt x="1023341" y="1778530"/>
                  </a:lnTo>
                  <a:lnTo>
                    <a:pt x="1038149" y="1778265"/>
                  </a:lnTo>
                  <a:lnTo>
                    <a:pt x="1052957" y="1777471"/>
                  </a:lnTo>
                  <a:lnTo>
                    <a:pt x="1067765" y="1776149"/>
                  </a:lnTo>
                  <a:lnTo>
                    <a:pt x="1083102" y="1774296"/>
                  </a:lnTo>
                  <a:lnTo>
                    <a:pt x="1097910" y="1772444"/>
                  </a:lnTo>
                  <a:lnTo>
                    <a:pt x="1112718" y="1769799"/>
                  </a:lnTo>
                  <a:lnTo>
                    <a:pt x="1127262" y="1767153"/>
                  </a:lnTo>
                  <a:lnTo>
                    <a:pt x="1142070" y="1763713"/>
                  </a:lnTo>
                  <a:lnTo>
                    <a:pt x="1156349" y="1760273"/>
                  </a:lnTo>
                  <a:lnTo>
                    <a:pt x="1170364" y="1756040"/>
                  </a:lnTo>
                  <a:lnTo>
                    <a:pt x="1184114" y="1751807"/>
                  </a:lnTo>
                  <a:lnTo>
                    <a:pt x="1197600" y="1747044"/>
                  </a:lnTo>
                  <a:lnTo>
                    <a:pt x="1210821" y="1742017"/>
                  </a:lnTo>
                  <a:lnTo>
                    <a:pt x="1224043" y="1736726"/>
                  </a:lnTo>
                  <a:lnTo>
                    <a:pt x="1236735" y="1731169"/>
                  </a:lnTo>
                  <a:lnTo>
                    <a:pt x="1249428" y="1725084"/>
                  </a:lnTo>
                  <a:lnTo>
                    <a:pt x="1261856" y="1718734"/>
                  </a:lnTo>
                  <a:lnTo>
                    <a:pt x="1274020" y="1712119"/>
                  </a:lnTo>
                  <a:lnTo>
                    <a:pt x="1285655" y="1704976"/>
                  </a:lnTo>
                  <a:lnTo>
                    <a:pt x="1297554" y="1697832"/>
                  </a:lnTo>
                  <a:lnTo>
                    <a:pt x="1308660" y="1690423"/>
                  </a:lnTo>
                  <a:lnTo>
                    <a:pt x="1320031" y="1682486"/>
                  </a:lnTo>
                  <a:lnTo>
                    <a:pt x="1330608" y="1674284"/>
                  </a:lnTo>
                  <a:lnTo>
                    <a:pt x="1340920" y="1666082"/>
                  </a:lnTo>
                  <a:lnTo>
                    <a:pt x="1350969" y="1657615"/>
                  </a:lnTo>
                  <a:lnTo>
                    <a:pt x="1361017" y="1648884"/>
                  </a:lnTo>
                  <a:lnTo>
                    <a:pt x="1370801" y="1639888"/>
                  </a:lnTo>
                  <a:lnTo>
                    <a:pt x="1380056" y="1630628"/>
                  </a:lnTo>
                  <a:lnTo>
                    <a:pt x="1389047" y="1621103"/>
                  </a:lnTo>
                  <a:lnTo>
                    <a:pt x="1398037" y="1611313"/>
                  </a:lnTo>
                  <a:lnTo>
                    <a:pt x="1406499" y="1601259"/>
                  </a:lnTo>
                  <a:lnTo>
                    <a:pt x="1414696" y="1590940"/>
                  </a:lnTo>
                  <a:lnTo>
                    <a:pt x="1422629" y="1580621"/>
                  </a:lnTo>
                  <a:lnTo>
                    <a:pt x="1430562" y="1570303"/>
                  </a:lnTo>
                  <a:lnTo>
                    <a:pt x="1437702" y="1559190"/>
                  </a:lnTo>
                  <a:lnTo>
                    <a:pt x="1445106" y="1548342"/>
                  </a:lnTo>
                  <a:lnTo>
                    <a:pt x="1451716" y="1536965"/>
                  </a:lnTo>
                  <a:lnTo>
                    <a:pt x="1458591" y="1525853"/>
                  </a:lnTo>
                  <a:lnTo>
                    <a:pt x="1464673" y="1514211"/>
                  </a:lnTo>
                  <a:lnTo>
                    <a:pt x="1470755" y="1502834"/>
                  </a:lnTo>
                  <a:lnTo>
                    <a:pt x="1476308" y="1490928"/>
                  </a:lnTo>
                  <a:lnTo>
                    <a:pt x="1481597" y="1479286"/>
                  </a:lnTo>
                  <a:lnTo>
                    <a:pt x="1486621" y="1467115"/>
                  </a:lnTo>
                  <a:lnTo>
                    <a:pt x="1491381" y="1454680"/>
                  </a:lnTo>
                  <a:lnTo>
                    <a:pt x="1495876" y="1442773"/>
                  </a:lnTo>
                  <a:lnTo>
                    <a:pt x="1500107" y="1430073"/>
                  </a:lnTo>
                  <a:lnTo>
                    <a:pt x="1503809" y="1417373"/>
                  </a:lnTo>
                  <a:lnTo>
                    <a:pt x="1507511" y="1404673"/>
                  </a:lnTo>
                  <a:lnTo>
                    <a:pt x="1510420" y="1391973"/>
                  </a:lnTo>
                  <a:lnTo>
                    <a:pt x="1513593" y="1379009"/>
                  </a:lnTo>
                  <a:lnTo>
                    <a:pt x="1516237" y="1366044"/>
                  </a:lnTo>
                  <a:lnTo>
                    <a:pt x="1518617" y="1352815"/>
                  </a:lnTo>
                  <a:lnTo>
                    <a:pt x="1520732" y="1339586"/>
                  </a:lnTo>
                  <a:lnTo>
                    <a:pt x="1522319" y="1326092"/>
                  </a:lnTo>
                  <a:lnTo>
                    <a:pt x="1523641" y="1312598"/>
                  </a:lnTo>
                  <a:lnTo>
                    <a:pt x="1524434" y="1299105"/>
                  </a:lnTo>
                  <a:lnTo>
                    <a:pt x="1525492" y="1285611"/>
                  </a:lnTo>
                  <a:lnTo>
                    <a:pt x="1526021" y="1272117"/>
                  </a:lnTo>
                  <a:lnTo>
                    <a:pt x="1526021" y="1258623"/>
                  </a:lnTo>
                  <a:lnTo>
                    <a:pt x="1525757" y="1244865"/>
                  </a:lnTo>
                  <a:lnTo>
                    <a:pt x="1525228" y="1231107"/>
                  </a:lnTo>
                  <a:lnTo>
                    <a:pt x="1524170" y="1217348"/>
                  </a:lnTo>
                  <a:lnTo>
                    <a:pt x="1523112" y="1203325"/>
                  </a:lnTo>
                  <a:lnTo>
                    <a:pt x="1521790" y="1189302"/>
                  </a:lnTo>
                  <a:lnTo>
                    <a:pt x="1519675" y="1175544"/>
                  </a:lnTo>
                  <a:lnTo>
                    <a:pt x="1517559" y="1161521"/>
                  </a:lnTo>
                  <a:lnTo>
                    <a:pt x="1514915" y="1147498"/>
                  </a:lnTo>
                  <a:lnTo>
                    <a:pt x="1512271" y="1133211"/>
                  </a:lnTo>
                  <a:lnTo>
                    <a:pt x="1509097" y="1119188"/>
                  </a:lnTo>
                  <a:lnTo>
                    <a:pt x="1505395" y="1104900"/>
                  </a:lnTo>
                  <a:lnTo>
                    <a:pt x="1501429" y="1090877"/>
                  </a:lnTo>
                  <a:lnTo>
                    <a:pt x="1497198" y="1076855"/>
                  </a:lnTo>
                  <a:lnTo>
                    <a:pt x="1492703" y="1063096"/>
                  </a:lnTo>
                  <a:lnTo>
                    <a:pt x="1487943" y="1049338"/>
                  </a:lnTo>
                  <a:lnTo>
                    <a:pt x="1482919" y="1035580"/>
                  </a:lnTo>
                  <a:lnTo>
                    <a:pt x="1477630" y="1022350"/>
                  </a:lnTo>
                  <a:lnTo>
                    <a:pt x="1472077" y="1008857"/>
                  </a:lnTo>
                  <a:lnTo>
                    <a:pt x="1466260" y="995892"/>
                  </a:lnTo>
                  <a:lnTo>
                    <a:pt x="1460178" y="982927"/>
                  </a:lnTo>
                  <a:lnTo>
                    <a:pt x="1453832" y="969963"/>
                  </a:lnTo>
                  <a:lnTo>
                    <a:pt x="1446957" y="957527"/>
                  </a:lnTo>
                  <a:lnTo>
                    <a:pt x="1440346" y="945092"/>
                  </a:lnTo>
                  <a:lnTo>
                    <a:pt x="1432942" y="932657"/>
                  </a:lnTo>
                  <a:lnTo>
                    <a:pt x="1425802" y="920486"/>
                  </a:lnTo>
                  <a:lnTo>
                    <a:pt x="1418134" y="908844"/>
                  </a:lnTo>
                  <a:lnTo>
                    <a:pt x="1410201" y="896938"/>
                  </a:lnTo>
                  <a:lnTo>
                    <a:pt x="1402268" y="885561"/>
                  </a:lnTo>
                  <a:lnTo>
                    <a:pt x="1398566" y="880534"/>
                  </a:lnTo>
                  <a:lnTo>
                    <a:pt x="1394335" y="875242"/>
                  </a:lnTo>
                  <a:lnTo>
                    <a:pt x="1386402" y="864923"/>
                  </a:lnTo>
                  <a:lnTo>
                    <a:pt x="1572032" y="679450"/>
                  </a:lnTo>
                  <a:lnTo>
                    <a:pt x="1584724" y="694531"/>
                  </a:lnTo>
                  <a:lnTo>
                    <a:pt x="1596624" y="709877"/>
                  </a:lnTo>
                  <a:lnTo>
                    <a:pt x="1608787" y="725752"/>
                  </a:lnTo>
                  <a:lnTo>
                    <a:pt x="1620422" y="741627"/>
                  </a:lnTo>
                  <a:lnTo>
                    <a:pt x="1632850" y="759090"/>
                  </a:lnTo>
                  <a:lnTo>
                    <a:pt x="1644750" y="776817"/>
                  </a:lnTo>
                  <a:lnTo>
                    <a:pt x="1656120" y="794809"/>
                  </a:lnTo>
                  <a:lnTo>
                    <a:pt x="1667755" y="812800"/>
                  </a:lnTo>
                  <a:lnTo>
                    <a:pt x="1678332" y="831321"/>
                  </a:lnTo>
                  <a:lnTo>
                    <a:pt x="1688909" y="850107"/>
                  </a:lnTo>
                  <a:lnTo>
                    <a:pt x="1699222" y="869157"/>
                  </a:lnTo>
                  <a:lnTo>
                    <a:pt x="1709006" y="888207"/>
                  </a:lnTo>
                  <a:lnTo>
                    <a:pt x="1718525" y="908050"/>
                  </a:lnTo>
                  <a:lnTo>
                    <a:pt x="1727781" y="927629"/>
                  </a:lnTo>
                  <a:lnTo>
                    <a:pt x="1736507" y="947473"/>
                  </a:lnTo>
                  <a:lnTo>
                    <a:pt x="1744704" y="967846"/>
                  </a:lnTo>
                  <a:lnTo>
                    <a:pt x="1752373" y="988219"/>
                  </a:lnTo>
                  <a:lnTo>
                    <a:pt x="1760041" y="1009121"/>
                  </a:lnTo>
                  <a:lnTo>
                    <a:pt x="1767181" y="1030023"/>
                  </a:lnTo>
                  <a:lnTo>
                    <a:pt x="1773792" y="1051190"/>
                  </a:lnTo>
                  <a:lnTo>
                    <a:pt x="1779873" y="1072886"/>
                  </a:lnTo>
                  <a:lnTo>
                    <a:pt x="1785955" y="1094052"/>
                  </a:lnTo>
                  <a:lnTo>
                    <a:pt x="1790979" y="1115748"/>
                  </a:lnTo>
                  <a:lnTo>
                    <a:pt x="1795739" y="1137180"/>
                  </a:lnTo>
                  <a:lnTo>
                    <a:pt x="1799970" y="1158611"/>
                  </a:lnTo>
                  <a:lnTo>
                    <a:pt x="1803936" y="1179777"/>
                  </a:lnTo>
                  <a:lnTo>
                    <a:pt x="1806845" y="1201209"/>
                  </a:lnTo>
                  <a:lnTo>
                    <a:pt x="1809754" y="1222640"/>
                  </a:lnTo>
                  <a:lnTo>
                    <a:pt x="1811869" y="1243542"/>
                  </a:lnTo>
                  <a:lnTo>
                    <a:pt x="1813985" y="1264709"/>
                  </a:lnTo>
                  <a:lnTo>
                    <a:pt x="1815042" y="1285611"/>
                  </a:lnTo>
                  <a:lnTo>
                    <a:pt x="1815836" y="1306778"/>
                  </a:lnTo>
                  <a:lnTo>
                    <a:pt x="1816100" y="1327680"/>
                  </a:lnTo>
                  <a:lnTo>
                    <a:pt x="1816100" y="1348317"/>
                  </a:lnTo>
                  <a:lnTo>
                    <a:pt x="1815571" y="1369219"/>
                  </a:lnTo>
                  <a:lnTo>
                    <a:pt x="1814514" y="1389592"/>
                  </a:lnTo>
                  <a:lnTo>
                    <a:pt x="1812927" y="1410494"/>
                  </a:lnTo>
                  <a:lnTo>
                    <a:pt x="1810812" y="1431132"/>
                  </a:lnTo>
                  <a:lnTo>
                    <a:pt x="1808432" y="1451769"/>
                  </a:lnTo>
                  <a:lnTo>
                    <a:pt x="1805523" y="1472142"/>
                  </a:lnTo>
                  <a:lnTo>
                    <a:pt x="1801821" y="1492515"/>
                  </a:lnTo>
                  <a:lnTo>
                    <a:pt x="1797855" y="1512623"/>
                  </a:lnTo>
                  <a:lnTo>
                    <a:pt x="1793359" y="1532467"/>
                  </a:lnTo>
                  <a:lnTo>
                    <a:pt x="1788600" y="1552576"/>
                  </a:lnTo>
                  <a:lnTo>
                    <a:pt x="1783311" y="1572155"/>
                  </a:lnTo>
                  <a:lnTo>
                    <a:pt x="1777758" y="1591469"/>
                  </a:lnTo>
                  <a:lnTo>
                    <a:pt x="1771147" y="1611048"/>
                  </a:lnTo>
                  <a:lnTo>
                    <a:pt x="1764801" y="1630098"/>
                  </a:lnTo>
                  <a:lnTo>
                    <a:pt x="1757397" y="1648884"/>
                  </a:lnTo>
                  <a:lnTo>
                    <a:pt x="1749993" y="1667669"/>
                  </a:lnTo>
                  <a:lnTo>
                    <a:pt x="1741796" y="1685926"/>
                  </a:lnTo>
                  <a:lnTo>
                    <a:pt x="1733334" y="1704182"/>
                  </a:lnTo>
                  <a:lnTo>
                    <a:pt x="1724343" y="1722703"/>
                  </a:lnTo>
                  <a:lnTo>
                    <a:pt x="1714559" y="1740694"/>
                  </a:lnTo>
                  <a:lnTo>
                    <a:pt x="1704775" y="1758686"/>
                  </a:lnTo>
                  <a:lnTo>
                    <a:pt x="1694198" y="1776413"/>
                  </a:lnTo>
                  <a:lnTo>
                    <a:pt x="1683092" y="1793876"/>
                  </a:lnTo>
                  <a:lnTo>
                    <a:pt x="1671721" y="1810544"/>
                  </a:lnTo>
                  <a:lnTo>
                    <a:pt x="1659822" y="1827478"/>
                  </a:lnTo>
                  <a:lnTo>
                    <a:pt x="1647394" y="1844146"/>
                  </a:lnTo>
                  <a:lnTo>
                    <a:pt x="1634966" y="1860021"/>
                  </a:lnTo>
                  <a:lnTo>
                    <a:pt x="1621744" y="1875896"/>
                  </a:lnTo>
                  <a:lnTo>
                    <a:pt x="1608258" y="1891242"/>
                  </a:lnTo>
                  <a:lnTo>
                    <a:pt x="1594244" y="1906324"/>
                  </a:lnTo>
                  <a:lnTo>
                    <a:pt x="1579436" y="1921140"/>
                  </a:lnTo>
                  <a:lnTo>
                    <a:pt x="1564628" y="1935692"/>
                  </a:lnTo>
                  <a:lnTo>
                    <a:pt x="1549291" y="1949715"/>
                  </a:lnTo>
                  <a:lnTo>
                    <a:pt x="1533425" y="1963209"/>
                  </a:lnTo>
                  <a:lnTo>
                    <a:pt x="1517030" y="1976703"/>
                  </a:lnTo>
                  <a:lnTo>
                    <a:pt x="1500107" y="1989667"/>
                  </a:lnTo>
                  <a:lnTo>
                    <a:pt x="1482390" y="2002367"/>
                  </a:lnTo>
                  <a:lnTo>
                    <a:pt x="1464673" y="2014803"/>
                  </a:lnTo>
                  <a:lnTo>
                    <a:pt x="1446428" y="2026709"/>
                  </a:lnTo>
                  <a:lnTo>
                    <a:pt x="1427653" y="2037821"/>
                  </a:lnTo>
                  <a:lnTo>
                    <a:pt x="1408614" y="2048669"/>
                  </a:lnTo>
                  <a:lnTo>
                    <a:pt x="1389047" y="2059253"/>
                  </a:lnTo>
                  <a:lnTo>
                    <a:pt x="1368950" y="2069042"/>
                  </a:lnTo>
                  <a:lnTo>
                    <a:pt x="1348589" y="2078303"/>
                  </a:lnTo>
                  <a:lnTo>
                    <a:pt x="1327699" y="2087034"/>
                  </a:lnTo>
                  <a:lnTo>
                    <a:pt x="1306809" y="2095501"/>
                  </a:lnTo>
                  <a:lnTo>
                    <a:pt x="1285126" y="2102909"/>
                  </a:lnTo>
                  <a:lnTo>
                    <a:pt x="1263178" y="2110317"/>
                  </a:lnTo>
                  <a:lnTo>
                    <a:pt x="1240966" y="2116667"/>
                  </a:lnTo>
                  <a:lnTo>
                    <a:pt x="1218225" y="2123017"/>
                  </a:lnTo>
                  <a:lnTo>
                    <a:pt x="1206590" y="2125663"/>
                  </a:lnTo>
                  <a:lnTo>
                    <a:pt x="1194691" y="2128309"/>
                  </a:lnTo>
                  <a:lnTo>
                    <a:pt x="1183056" y="2130690"/>
                  </a:lnTo>
                  <a:lnTo>
                    <a:pt x="1171157" y="2133072"/>
                  </a:lnTo>
                  <a:lnTo>
                    <a:pt x="1159258" y="2135188"/>
                  </a:lnTo>
                  <a:lnTo>
                    <a:pt x="1147358" y="2137305"/>
                  </a:lnTo>
                  <a:lnTo>
                    <a:pt x="1135459" y="2139157"/>
                  </a:lnTo>
                  <a:lnTo>
                    <a:pt x="1123824" y="2141009"/>
                  </a:lnTo>
                  <a:lnTo>
                    <a:pt x="1111660" y="2142332"/>
                  </a:lnTo>
                  <a:lnTo>
                    <a:pt x="1099761" y="2143390"/>
                  </a:lnTo>
                  <a:lnTo>
                    <a:pt x="1075962" y="2145772"/>
                  </a:lnTo>
                  <a:lnTo>
                    <a:pt x="1052164" y="2147094"/>
                  </a:lnTo>
                  <a:lnTo>
                    <a:pt x="1028365" y="2147888"/>
                  </a:lnTo>
                  <a:lnTo>
                    <a:pt x="1004038" y="2147888"/>
                  </a:lnTo>
                  <a:lnTo>
                    <a:pt x="980239" y="2147359"/>
                  </a:lnTo>
                  <a:lnTo>
                    <a:pt x="956440" y="2146301"/>
                  </a:lnTo>
                  <a:lnTo>
                    <a:pt x="932642" y="2144449"/>
                  </a:lnTo>
                  <a:lnTo>
                    <a:pt x="908843" y="2142067"/>
                  </a:lnTo>
                  <a:lnTo>
                    <a:pt x="884780" y="2138892"/>
                  </a:lnTo>
                  <a:lnTo>
                    <a:pt x="860981" y="2135188"/>
                  </a:lnTo>
                  <a:lnTo>
                    <a:pt x="837183" y="2130690"/>
                  </a:lnTo>
                  <a:lnTo>
                    <a:pt x="813384" y="2125663"/>
                  </a:lnTo>
                  <a:lnTo>
                    <a:pt x="789057" y="2120107"/>
                  </a:lnTo>
                  <a:lnTo>
                    <a:pt x="765522" y="2114022"/>
                  </a:lnTo>
                  <a:lnTo>
                    <a:pt x="741724" y="2106878"/>
                  </a:lnTo>
                  <a:lnTo>
                    <a:pt x="718190" y="2099734"/>
                  </a:lnTo>
                  <a:lnTo>
                    <a:pt x="694920" y="2091532"/>
                  </a:lnTo>
                  <a:lnTo>
                    <a:pt x="671650" y="2082801"/>
                  </a:lnTo>
                  <a:lnTo>
                    <a:pt x="648645" y="2073276"/>
                  </a:lnTo>
                  <a:lnTo>
                    <a:pt x="625904" y="2063486"/>
                  </a:lnTo>
                  <a:lnTo>
                    <a:pt x="603163" y="2052903"/>
                  </a:lnTo>
                  <a:lnTo>
                    <a:pt x="580686" y="2042055"/>
                  </a:lnTo>
                  <a:lnTo>
                    <a:pt x="558474" y="2030149"/>
                  </a:lnTo>
                  <a:lnTo>
                    <a:pt x="536527" y="2018242"/>
                  </a:lnTo>
                  <a:lnTo>
                    <a:pt x="514844" y="2005542"/>
                  </a:lnTo>
                  <a:lnTo>
                    <a:pt x="493425" y="1992313"/>
                  </a:lnTo>
                  <a:lnTo>
                    <a:pt x="472270" y="1978555"/>
                  </a:lnTo>
                  <a:lnTo>
                    <a:pt x="451116" y="1964003"/>
                  </a:lnTo>
                  <a:lnTo>
                    <a:pt x="430491" y="1949186"/>
                  </a:lnTo>
                  <a:lnTo>
                    <a:pt x="410130" y="1933576"/>
                  </a:lnTo>
                  <a:lnTo>
                    <a:pt x="390033" y="1917701"/>
                  </a:lnTo>
                  <a:lnTo>
                    <a:pt x="370465" y="1901296"/>
                  </a:lnTo>
                  <a:lnTo>
                    <a:pt x="351162" y="1884099"/>
                  </a:lnTo>
                  <a:lnTo>
                    <a:pt x="332123" y="1867165"/>
                  </a:lnTo>
                  <a:lnTo>
                    <a:pt x="313613" y="1849174"/>
                  </a:lnTo>
                  <a:lnTo>
                    <a:pt x="295632" y="1830917"/>
                  </a:lnTo>
                  <a:lnTo>
                    <a:pt x="278179" y="1812132"/>
                  </a:lnTo>
                  <a:lnTo>
                    <a:pt x="260727" y="1792553"/>
                  </a:lnTo>
                  <a:lnTo>
                    <a:pt x="243804" y="1772974"/>
                  </a:lnTo>
                  <a:lnTo>
                    <a:pt x="227409" y="1753130"/>
                  </a:lnTo>
                  <a:lnTo>
                    <a:pt x="211543" y="1732492"/>
                  </a:lnTo>
                  <a:lnTo>
                    <a:pt x="196206" y="1711590"/>
                  </a:lnTo>
                  <a:lnTo>
                    <a:pt x="181134" y="1690159"/>
                  </a:lnTo>
                  <a:lnTo>
                    <a:pt x="166590" y="1668463"/>
                  </a:lnTo>
                  <a:lnTo>
                    <a:pt x="152840" y="1646503"/>
                  </a:lnTo>
                  <a:lnTo>
                    <a:pt x="139354" y="1624542"/>
                  </a:lnTo>
                  <a:lnTo>
                    <a:pt x="126397" y="1601788"/>
                  </a:lnTo>
                  <a:lnTo>
                    <a:pt x="114498" y="1578505"/>
                  </a:lnTo>
                  <a:lnTo>
                    <a:pt x="102598" y="1555221"/>
                  </a:lnTo>
                  <a:lnTo>
                    <a:pt x="91492" y="1531673"/>
                  </a:lnTo>
                  <a:lnTo>
                    <a:pt x="80915" y="1507861"/>
                  </a:lnTo>
                  <a:lnTo>
                    <a:pt x="70867" y="1483784"/>
                  </a:lnTo>
                  <a:lnTo>
                    <a:pt x="61612" y="1458913"/>
                  </a:lnTo>
                  <a:lnTo>
                    <a:pt x="57117" y="1446742"/>
                  </a:lnTo>
                  <a:lnTo>
                    <a:pt x="52886" y="1434307"/>
                  </a:lnTo>
                  <a:lnTo>
                    <a:pt x="48655" y="1421871"/>
                  </a:lnTo>
                  <a:lnTo>
                    <a:pt x="44688" y="1409171"/>
                  </a:lnTo>
                  <a:lnTo>
                    <a:pt x="40986" y="1396736"/>
                  </a:lnTo>
                  <a:lnTo>
                    <a:pt x="37284" y="1384036"/>
                  </a:lnTo>
                  <a:lnTo>
                    <a:pt x="33582" y="1371071"/>
                  </a:lnTo>
                  <a:lnTo>
                    <a:pt x="30409" y="1358371"/>
                  </a:lnTo>
                  <a:lnTo>
                    <a:pt x="27236" y="1345407"/>
                  </a:lnTo>
                  <a:lnTo>
                    <a:pt x="24063" y="1332707"/>
                  </a:lnTo>
                  <a:lnTo>
                    <a:pt x="21154" y="1319742"/>
                  </a:lnTo>
                  <a:lnTo>
                    <a:pt x="18774" y="1306513"/>
                  </a:lnTo>
                  <a:lnTo>
                    <a:pt x="16130" y="1293548"/>
                  </a:lnTo>
                  <a:lnTo>
                    <a:pt x="14015" y="1280848"/>
                  </a:lnTo>
                  <a:lnTo>
                    <a:pt x="11635" y="1268148"/>
                  </a:lnTo>
                  <a:lnTo>
                    <a:pt x="9784" y="1255448"/>
                  </a:lnTo>
                  <a:lnTo>
                    <a:pt x="7933" y="1242484"/>
                  </a:lnTo>
                  <a:lnTo>
                    <a:pt x="6346" y="1229784"/>
                  </a:lnTo>
                  <a:lnTo>
                    <a:pt x="3702" y="1204648"/>
                  </a:lnTo>
                  <a:lnTo>
                    <a:pt x="1851" y="1179248"/>
                  </a:lnTo>
                  <a:lnTo>
                    <a:pt x="529" y="1154642"/>
                  </a:lnTo>
                  <a:lnTo>
                    <a:pt x="0" y="1129507"/>
                  </a:lnTo>
                  <a:lnTo>
                    <a:pt x="0" y="1105165"/>
                  </a:lnTo>
                  <a:lnTo>
                    <a:pt x="793" y="1080823"/>
                  </a:lnTo>
                  <a:lnTo>
                    <a:pt x="1851" y="1056217"/>
                  </a:lnTo>
                  <a:lnTo>
                    <a:pt x="4231" y="1032405"/>
                  </a:lnTo>
                  <a:lnTo>
                    <a:pt x="6611" y="1008592"/>
                  </a:lnTo>
                  <a:lnTo>
                    <a:pt x="9784" y="985044"/>
                  </a:lnTo>
                  <a:lnTo>
                    <a:pt x="13750" y="961496"/>
                  </a:lnTo>
                  <a:lnTo>
                    <a:pt x="18245" y="938477"/>
                  </a:lnTo>
                  <a:lnTo>
                    <a:pt x="23270" y="915723"/>
                  </a:lnTo>
                  <a:lnTo>
                    <a:pt x="28823" y="894027"/>
                  </a:lnTo>
                  <a:lnTo>
                    <a:pt x="34905" y="872067"/>
                  </a:lnTo>
                  <a:lnTo>
                    <a:pt x="41515" y="850636"/>
                  </a:lnTo>
                  <a:lnTo>
                    <a:pt x="48655" y="829734"/>
                  </a:lnTo>
                  <a:lnTo>
                    <a:pt x="56323" y="808567"/>
                  </a:lnTo>
                  <a:lnTo>
                    <a:pt x="64785" y="787929"/>
                  </a:lnTo>
                  <a:lnTo>
                    <a:pt x="73511" y="767821"/>
                  </a:lnTo>
                  <a:lnTo>
                    <a:pt x="82766" y="747977"/>
                  </a:lnTo>
                  <a:lnTo>
                    <a:pt x="92550" y="728398"/>
                  </a:lnTo>
                  <a:lnTo>
                    <a:pt x="102598" y="709084"/>
                  </a:lnTo>
                  <a:lnTo>
                    <a:pt x="113704" y="690298"/>
                  </a:lnTo>
                  <a:lnTo>
                    <a:pt x="124810" y="671777"/>
                  </a:lnTo>
                  <a:lnTo>
                    <a:pt x="136181" y="653521"/>
                  </a:lnTo>
                  <a:lnTo>
                    <a:pt x="148345" y="635794"/>
                  </a:lnTo>
                  <a:lnTo>
                    <a:pt x="161037" y="618331"/>
                  </a:lnTo>
                  <a:lnTo>
                    <a:pt x="174259" y="601398"/>
                  </a:lnTo>
                  <a:lnTo>
                    <a:pt x="187480" y="585259"/>
                  </a:lnTo>
                  <a:lnTo>
                    <a:pt x="200966" y="569384"/>
                  </a:lnTo>
                  <a:lnTo>
                    <a:pt x="214981" y="553773"/>
                  </a:lnTo>
                  <a:lnTo>
                    <a:pt x="229260" y="538956"/>
                  </a:lnTo>
                  <a:lnTo>
                    <a:pt x="243804" y="524404"/>
                  </a:lnTo>
                  <a:lnTo>
                    <a:pt x="258876" y="510117"/>
                  </a:lnTo>
                  <a:lnTo>
                    <a:pt x="274477" y="496359"/>
                  </a:lnTo>
                  <a:lnTo>
                    <a:pt x="290343" y="483129"/>
                  </a:lnTo>
                  <a:lnTo>
                    <a:pt x="306738" y="470165"/>
                  </a:lnTo>
                  <a:lnTo>
                    <a:pt x="323132" y="457465"/>
                  </a:lnTo>
                  <a:lnTo>
                    <a:pt x="340056" y="445294"/>
                  </a:lnTo>
                  <a:lnTo>
                    <a:pt x="357508" y="433917"/>
                  </a:lnTo>
                  <a:lnTo>
                    <a:pt x="374961" y="422540"/>
                  </a:lnTo>
                  <a:lnTo>
                    <a:pt x="392942" y="411956"/>
                  </a:lnTo>
                  <a:lnTo>
                    <a:pt x="411187" y="401902"/>
                  </a:lnTo>
                  <a:lnTo>
                    <a:pt x="429697" y="392113"/>
                  </a:lnTo>
                  <a:lnTo>
                    <a:pt x="447943" y="383117"/>
                  </a:lnTo>
                  <a:lnTo>
                    <a:pt x="466717" y="374386"/>
                  </a:lnTo>
                  <a:lnTo>
                    <a:pt x="485492" y="366183"/>
                  </a:lnTo>
                  <a:lnTo>
                    <a:pt x="504795" y="358511"/>
                  </a:lnTo>
                  <a:lnTo>
                    <a:pt x="524099" y="351631"/>
                  </a:lnTo>
                  <a:lnTo>
                    <a:pt x="543931" y="344752"/>
                  </a:lnTo>
                  <a:lnTo>
                    <a:pt x="564027" y="338667"/>
                  </a:lnTo>
                  <a:lnTo>
                    <a:pt x="584388" y="333111"/>
                  </a:lnTo>
                  <a:lnTo>
                    <a:pt x="604749" y="327819"/>
                  </a:lnTo>
                  <a:lnTo>
                    <a:pt x="625639" y="323321"/>
                  </a:lnTo>
                  <a:lnTo>
                    <a:pt x="646529" y="319088"/>
                  </a:lnTo>
                  <a:lnTo>
                    <a:pt x="667684" y="315383"/>
                  </a:lnTo>
                  <a:lnTo>
                    <a:pt x="689367" y="312208"/>
                  </a:lnTo>
                  <a:lnTo>
                    <a:pt x="710786" y="309563"/>
                  </a:lnTo>
                  <a:lnTo>
                    <a:pt x="732733" y="307446"/>
                  </a:lnTo>
                  <a:lnTo>
                    <a:pt x="754681" y="306123"/>
                  </a:lnTo>
                  <a:lnTo>
                    <a:pt x="776364" y="305065"/>
                  </a:lnTo>
                  <a:lnTo>
                    <a:pt x="797783" y="304800"/>
                  </a:lnTo>
                  <a:close/>
                  <a:moveTo>
                    <a:pt x="1971872" y="292100"/>
                  </a:moveTo>
                  <a:lnTo>
                    <a:pt x="2122487" y="334433"/>
                  </a:lnTo>
                  <a:lnTo>
                    <a:pt x="1869877" y="587375"/>
                  </a:lnTo>
                  <a:lnTo>
                    <a:pt x="1719262" y="545042"/>
                  </a:lnTo>
                  <a:lnTo>
                    <a:pt x="1971872" y="292100"/>
                  </a:lnTo>
                  <a:close/>
                  <a:moveTo>
                    <a:pt x="1898928" y="190500"/>
                  </a:moveTo>
                  <a:lnTo>
                    <a:pt x="1903425" y="190765"/>
                  </a:lnTo>
                  <a:lnTo>
                    <a:pt x="1907921" y="191560"/>
                  </a:lnTo>
                  <a:lnTo>
                    <a:pt x="1912418" y="192355"/>
                  </a:lnTo>
                  <a:lnTo>
                    <a:pt x="1916650" y="194209"/>
                  </a:lnTo>
                  <a:lnTo>
                    <a:pt x="1920882" y="196064"/>
                  </a:lnTo>
                  <a:lnTo>
                    <a:pt x="1925114" y="198183"/>
                  </a:lnTo>
                  <a:lnTo>
                    <a:pt x="1928818" y="201098"/>
                  </a:lnTo>
                  <a:lnTo>
                    <a:pt x="1932521" y="204542"/>
                  </a:lnTo>
                  <a:lnTo>
                    <a:pt x="1935695" y="208251"/>
                  </a:lnTo>
                  <a:lnTo>
                    <a:pt x="1938604" y="211696"/>
                  </a:lnTo>
                  <a:lnTo>
                    <a:pt x="1940985" y="215670"/>
                  </a:lnTo>
                  <a:lnTo>
                    <a:pt x="1942837" y="219909"/>
                  </a:lnTo>
                  <a:lnTo>
                    <a:pt x="1944159" y="224413"/>
                  </a:lnTo>
                  <a:lnTo>
                    <a:pt x="1945482" y="228917"/>
                  </a:lnTo>
                  <a:lnTo>
                    <a:pt x="1946011" y="233156"/>
                  </a:lnTo>
                  <a:lnTo>
                    <a:pt x="1946275" y="237925"/>
                  </a:lnTo>
                  <a:lnTo>
                    <a:pt x="1946011" y="242430"/>
                  </a:lnTo>
                  <a:lnTo>
                    <a:pt x="1945482" y="246934"/>
                  </a:lnTo>
                  <a:lnTo>
                    <a:pt x="1944159" y="251173"/>
                  </a:lnTo>
                  <a:lnTo>
                    <a:pt x="1942837" y="255677"/>
                  </a:lnTo>
                  <a:lnTo>
                    <a:pt x="1940985" y="259916"/>
                  </a:lnTo>
                  <a:lnTo>
                    <a:pt x="1938604" y="263890"/>
                  </a:lnTo>
                  <a:lnTo>
                    <a:pt x="1935695" y="267864"/>
                  </a:lnTo>
                  <a:lnTo>
                    <a:pt x="1932521" y="271044"/>
                  </a:lnTo>
                  <a:lnTo>
                    <a:pt x="1064661" y="1140336"/>
                  </a:lnTo>
                  <a:lnTo>
                    <a:pt x="1061222" y="1143515"/>
                  </a:lnTo>
                  <a:lnTo>
                    <a:pt x="1057255" y="1146430"/>
                  </a:lnTo>
                  <a:lnTo>
                    <a:pt x="1053287" y="1148814"/>
                  </a:lnTo>
                  <a:lnTo>
                    <a:pt x="1049055" y="1150934"/>
                  </a:lnTo>
                  <a:lnTo>
                    <a:pt x="1044558" y="1152259"/>
                  </a:lnTo>
                  <a:lnTo>
                    <a:pt x="1040326" y="1153318"/>
                  </a:lnTo>
                  <a:lnTo>
                    <a:pt x="1035829" y="1153848"/>
                  </a:lnTo>
                  <a:lnTo>
                    <a:pt x="1031597" y="1154113"/>
                  </a:lnTo>
                  <a:lnTo>
                    <a:pt x="1026571" y="1153848"/>
                  </a:lnTo>
                  <a:lnTo>
                    <a:pt x="1022075" y="1153318"/>
                  </a:lnTo>
                  <a:lnTo>
                    <a:pt x="1018107" y="1152259"/>
                  </a:lnTo>
                  <a:lnTo>
                    <a:pt x="1013610" y="1150934"/>
                  </a:lnTo>
                  <a:lnTo>
                    <a:pt x="1009378" y="1148814"/>
                  </a:lnTo>
                  <a:lnTo>
                    <a:pt x="1005411" y="1146430"/>
                  </a:lnTo>
                  <a:lnTo>
                    <a:pt x="1001443" y="1143515"/>
                  </a:lnTo>
                  <a:lnTo>
                    <a:pt x="998004" y="1140336"/>
                  </a:lnTo>
                  <a:lnTo>
                    <a:pt x="994566" y="1136892"/>
                  </a:lnTo>
                  <a:lnTo>
                    <a:pt x="991921" y="1132917"/>
                  </a:lnTo>
                  <a:lnTo>
                    <a:pt x="989540" y="1128943"/>
                  </a:lnTo>
                  <a:lnTo>
                    <a:pt x="987688" y="1124704"/>
                  </a:lnTo>
                  <a:lnTo>
                    <a:pt x="986101" y="1120465"/>
                  </a:lnTo>
                  <a:lnTo>
                    <a:pt x="985043" y="1115961"/>
                  </a:lnTo>
                  <a:lnTo>
                    <a:pt x="984250" y="1111457"/>
                  </a:lnTo>
                  <a:lnTo>
                    <a:pt x="984250" y="1106953"/>
                  </a:lnTo>
                  <a:lnTo>
                    <a:pt x="984250" y="1102448"/>
                  </a:lnTo>
                  <a:lnTo>
                    <a:pt x="985043" y="1097944"/>
                  </a:lnTo>
                  <a:lnTo>
                    <a:pt x="986101" y="1093440"/>
                  </a:lnTo>
                  <a:lnTo>
                    <a:pt x="987688" y="1089201"/>
                  </a:lnTo>
                  <a:lnTo>
                    <a:pt x="989540" y="1084962"/>
                  </a:lnTo>
                  <a:lnTo>
                    <a:pt x="991921" y="1080723"/>
                  </a:lnTo>
                  <a:lnTo>
                    <a:pt x="994566" y="1077278"/>
                  </a:lnTo>
                  <a:lnTo>
                    <a:pt x="998004" y="1073569"/>
                  </a:lnTo>
                  <a:lnTo>
                    <a:pt x="1865599" y="204542"/>
                  </a:lnTo>
                  <a:lnTo>
                    <a:pt x="1869303" y="201098"/>
                  </a:lnTo>
                  <a:lnTo>
                    <a:pt x="1873270" y="198183"/>
                  </a:lnTo>
                  <a:lnTo>
                    <a:pt x="1877238" y="196064"/>
                  </a:lnTo>
                  <a:lnTo>
                    <a:pt x="1881470" y="194209"/>
                  </a:lnTo>
                  <a:lnTo>
                    <a:pt x="1885438" y="192355"/>
                  </a:lnTo>
                  <a:lnTo>
                    <a:pt x="1889934" y="191560"/>
                  </a:lnTo>
                  <a:lnTo>
                    <a:pt x="1894431" y="190765"/>
                  </a:lnTo>
                  <a:lnTo>
                    <a:pt x="1898928" y="190500"/>
                  </a:lnTo>
                  <a:close/>
                  <a:moveTo>
                    <a:pt x="1813227" y="0"/>
                  </a:moveTo>
                  <a:lnTo>
                    <a:pt x="1855787" y="150615"/>
                  </a:lnTo>
                  <a:lnTo>
                    <a:pt x="1602807" y="403225"/>
                  </a:lnTo>
                  <a:lnTo>
                    <a:pt x="1560512" y="252610"/>
                  </a:lnTo>
                  <a:lnTo>
                    <a:pt x="1813227" y="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Shape">
              <a:extLst>
                <a:ext uri="{FF2B5EF4-FFF2-40B4-BE49-F238E27FC236}">
                  <a16:creationId xmlns:a16="http://schemas.microsoft.com/office/drawing/2014/main" id="{7A47E5A3-0993-3098-0C97-5D0AB78AC724}"/>
                </a:ext>
              </a:extLst>
            </p:cNvPr>
            <p:cNvSpPr/>
            <p:nvPr/>
          </p:nvSpPr>
          <p:spPr bwMode="auto">
            <a:xfrm rot="917816">
              <a:off x="8372449" y="376558"/>
              <a:ext cx="3102920" cy="2579876"/>
            </a:xfrm>
            <a:custGeom>
              <a:avLst/>
              <a:gdLst>
                <a:gd name="T0" fmla="*/ 912343 w 2122487"/>
                <a:gd name="T1" fmla="*/ 702822 h 2147888"/>
                <a:gd name="T2" fmla="*/ 1019025 w 2122487"/>
                <a:gd name="T3" fmla="*/ 752822 h 2147888"/>
                <a:gd name="T4" fmla="*/ 832155 w 2122487"/>
                <a:gd name="T5" fmla="*/ 978408 h 2147888"/>
                <a:gd name="T6" fmla="*/ 836610 w 2122487"/>
                <a:gd name="T7" fmla="*/ 1025591 h 2147888"/>
                <a:gd name="T8" fmla="*/ 871077 w 2122487"/>
                <a:gd name="T9" fmla="*/ 1060097 h 2147888"/>
                <a:gd name="T10" fmla="*/ 918908 w 2122487"/>
                <a:gd name="T11" fmla="*/ 1064792 h 2147888"/>
                <a:gd name="T12" fmla="*/ 1142824 w 2122487"/>
                <a:gd name="T13" fmla="*/ 878643 h 2147888"/>
                <a:gd name="T14" fmla="*/ 1191827 w 2122487"/>
                <a:gd name="T15" fmla="*/ 988502 h 2147888"/>
                <a:gd name="T16" fmla="*/ 1204958 w 2122487"/>
                <a:gd name="T17" fmla="*/ 1109158 h 2147888"/>
                <a:gd name="T18" fmla="*/ 1179401 w 2122487"/>
                <a:gd name="T19" fmla="*/ 1219955 h 2147888"/>
                <a:gd name="T20" fmla="*/ 1117736 w 2122487"/>
                <a:gd name="T21" fmla="*/ 1312678 h 2147888"/>
                <a:gd name="T22" fmla="*/ 1023715 w 2122487"/>
                <a:gd name="T23" fmla="*/ 1377702 h 2147888"/>
                <a:gd name="T24" fmla="*/ 902964 w 2122487"/>
                <a:gd name="T25" fmla="*/ 1403523 h 2147888"/>
                <a:gd name="T26" fmla="*/ 778931 w 2122487"/>
                <a:gd name="T27" fmla="*/ 1384040 h 2147888"/>
                <a:gd name="T28" fmla="*/ 665215 w 2122487"/>
                <a:gd name="T29" fmla="*/ 1323007 h 2147888"/>
                <a:gd name="T30" fmla="*/ 573772 w 2122487"/>
                <a:gd name="T31" fmla="*/ 1227937 h 2147888"/>
                <a:gd name="T32" fmla="*/ 516094 w 2122487"/>
                <a:gd name="T33" fmla="*/ 1106576 h 2147888"/>
                <a:gd name="T34" fmla="*/ 502494 w 2122487"/>
                <a:gd name="T35" fmla="*/ 976295 h 2147888"/>
                <a:gd name="T36" fmla="*/ 532740 w 2122487"/>
                <a:gd name="T37" fmla="*/ 861037 h 2147888"/>
                <a:gd name="T38" fmla="*/ 599095 w 2122487"/>
                <a:gd name="T39" fmla="*/ 769723 h 2147888"/>
                <a:gd name="T40" fmla="*/ 694523 w 2122487"/>
                <a:gd name="T41" fmla="*/ 709864 h 2147888"/>
                <a:gd name="T42" fmla="*/ 707682 w 2122487"/>
                <a:gd name="T43" fmla="*/ 270333 h 2147888"/>
                <a:gd name="T44" fmla="*/ 967579 w 2122487"/>
                <a:gd name="T45" fmla="*/ 311164 h 2147888"/>
                <a:gd name="T46" fmla="*/ 1199095 w 2122487"/>
                <a:gd name="T47" fmla="*/ 424976 h 2147888"/>
                <a:gd name="T48" fmla="*/ 1065159 w 2122487"/>
                <a:gd name="T49" fmla="*/ 618808 h 2147888"/>
                <a:gd name="T50" fmla="*/ 908704 w 2122487"/>
                <a:gd name="T51" fmla="*/ 552164 h 2147888"/>
                <a:gd name="T52" fmla="*/ 737471 w 2122487"/>
                <a:gd name="T53" fmla="*/ 537849 h 2147888"/>
                <a:gd name="T54" fmla="*/ 574215 w 2122487"/>
                <a:gd name="T55" fmla="*/ 582435 h 2147888"/>
                <a:gd name="T56" fmla="*/ 444031 w 2122487"/>
                <a:gd name="T57" fmla="*/ 680760 h 2147888"/>
                <a:gd name="T58" fmla="*/ 357477 w 2122487"/>
                <a:gd name="T59" fmla="*/ 823904 h 2147888"/>
                <a:gd name="T60" fmla="*/ 327218 w 2122487"/>
                <a:gd name="T61" fmla="*/ 1000841 h 2147888"/>
                <a:gd name="T62" fmla="*/ 365217 w 2122487"/>
                <a:gd name="T63" fmla="*/ 1194908 h 2147888"/>
                <a:gd name="T64" fmla="*/ 466315 w 2122487"/>
                <a:gd name="T65" fmla="*/ 1365508 h 2147888"/>
                <a:gd name="T66" fmla="*/ 613387 w 2122487"/>
                <a:gd name="T67" fmla="*/ 1493165 h 2147888"/>
                <a:gd name="T68" fmla="*/ 788841 w 2122487"/>
                <a:gd name="T69" fmla="*/ 1565207 h 2147888"/>
                <a:gd name="T70" fmla="*/ 973913 w 2122487"/>
                <a:gd name="T71" fmla="*/ 1572012 h 2147888"/>
                <a:gd name="T72" fmla="*/ 1140454 w 2122487"/>
                <a:gd name="T73" fmla="*/ 1512173 h 2147888"/>
                <a:gd name="T74" fmla="*/ 1261958 w 2122487"/>
                <a:gd name="T75" fmla="*/ 1401881 h 2147888"/>
                <a:gd name="T76" fmla="*/ 1333970 w 2122487"/>
                <a:gd name="T77" fmla="*/ 1257093 h 2147888"/>
                <a:gd name="T78" fmla="*/ 1352970 w 2122487"/>
                <a:gd name="T79" fmla="*/ 1091891 h 2147888"/>
                <a:gd name="T80" fmla="*/ 1315439 w 2122487"/>
                <a:gd name="T81" fmla="*/ 918474 h 2147888"/>
                <a:gd name="T82" fmla="*/ 1236860 w 2122487"/>
                <a:gd name="T83" fmla="*/ 776268 h 2147888"/>
                <a:gd name="T84" fmla="*/ 1515992 w 2122487"/>
                <a:gd name="T85" fmla="*/ 787767 h 2147888"/>
                <a:gd name="T86" fmla="*/ 1600201 w 2122487"/>
                <a:gd name="T87" fmla="*/ 1046365 h 2147888"/>
                <a:gd name="T88" fmla="*/ 1601609 w 2122487"/>
                <a:gd name="T89" fmla="*/ 1305669 h 2147888"/>
                <a:gd name="T90" fmla="*/ 1520918 w 2122487"/>
                <a:gd name="T91" fmla="*/ 1543852 h 2147888"/>
                <a:gd name="T92" fmla="*/ 1360241 w 2122487"/>
                <a:gd name="T93" fmla="*/ 1741205 h 2147888"/>
                <a:gd name="T94" fmla="*/ 1120516 w 2122487"/>
                <a:gd name="T95" fmla="*/ 1871678 h 2147888"/>
                <a:gd name="T96" fmla="*/ 933333 w 2122487"/>
                <a:gd name="T97" fmla="*/ 1904296 h 2147888"/>
                <a:gd name="T98" fmla="*/ 637078 w 2122487"/>
                <a:gd name="T99" fmla="*/ 1862291 h 2147888"/>
                <a:gd name="T100" fmla="*/ 363810 w 2122487"/>
                <a:gd name="T101" fmla="*/ 1714923 h 2147888"/>
                <a:gd name="T102" fmla="*/ 147775 w 2122487"/>
                <a:gd name="T103" fmla="*/ 1479789 h 2147888"/>
                <a:gd name="T104" fmla="*/ 36357 w 2122487"/>
                <a:gd name="T105" fmla="*/ 1238790 h 2147888"/>
                <a:gd name="T106" fmla="*/ 3284 w 2122487"/>
                <a:gd name="T107" fmla="*/ 1068424 h 2147888"/>
                <a:gd name="T108" fmla="*/ 30963 w 2122487"/>
                <a:gd name="T109" fmla="*/ 773452 h 2147888"/>
                <a:gd name="T110" fmla="*/ 154578 w 2122487"/>
                <a:gd name="T111" fmla="*/ 533391 h 2147888"/>
                <a:gd name="T112" fmla="*/ 348563 w 2122487"/>
                <a:gd name="T113" fmla="*/ 365371 h 2147888"/>
                <a:gd name="T114" fmla="*/ 592276 w 2122487"/>
                <a:gd name="T115" fmla="*/ 279719 h 2147888"/>
                <a:gd name="T116" fmla="*/ 1692442 w 2122487"/>
                <a:gd name="T117" fmla="*/ 169898 h 2147888"/>
                <a:gd name="T118" fmla="*/ 1726464 w 2122487"/>
                <a:gd name="T119" fmla="*/ 211020 h 2147888"/>
                <a:gd name="T120" fmla="*/ 926586 w 2122487"/>
                <a:gd name="T121" fmla="*/ 1021959 h 2147888"/>
                <a:gd name="T122" fmla="*/ 877782 w 2122487"/>
                <a:gd name="T123" fmla="*/ 1001280 h 2147888"/>
                <a:gd name="T124" fmla="*/ 1654900 w 2122487"/>
                <a:gd name="T125" fmla="*/ 181412 h 2147888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2122487" h="2147888">
                  <a:moveTo>
                    <a:pt x="904800" y="776287"/>
                  </a:moveTo>
                  <a:lnTo>
                    <a:pt x="914580" y="776287"/>
                  </a:lnTo>
                  <a:lnTo>
                    <a:pt x="924095" y="776287"/>
                  </a:lnTo>
                  <a:lnTo>
                    <a:pt x="933610" y="776552"/>
                  </a:lnTo>
                  <a:lnTo>
                    <a:pt x="943390" y="777081"/>
                  </a:lnTo>
                  <a:lnTo>
                    <a:pt x="952906" y="777875"/>
                  </a:lnTo>
                  <a:lnTo>
                    <a:pt x="962421" y="778934"/>
                  </a:lnTo>
                  <a:lnTo>
                    <a:pt x="971937" y="780257"/>
                  </a:lnTo>
                  <a:lnTo>
                    <a:pt x="981452" y="781845"/>
                  </a:lnTo>
                  <a:lnTo>
                    <a:pt x="991232" y="783433"/>
                  </a:lnTo>
                  <a:lnTo>
                    <a:pt x="1000483" y="785551"/>
                  </a:lnTo>
                  <a:lnTo>
                    <a:pt x="1009999" y="787668"/>
                  </a:lnTo>
                  <a:lnTo>
                    <a:pt x="1019250" y="790050"/>
                  </a:lnTo>
                  <a:lnTo>
                    <a:pt x="1028501" y="792432"/>
                  </a:lnTo>
                  <a:lnTo>
                    <a:pt x="1037488" y="795343"/>
                  </a:lnTo>
                  <a:lnTo>
                    <a:pt x="1046475" y="798519"/>
                  </a:lnTo>
                  <a:lnTo>
                    <a:pt x="1055462" y="801431"/>
                  </a:lnTo>
                  <a:lnTo>
                    <a:pt x="1064448" y="804872"/>
                  </a:lnTo>
                  <a:lnTo>
                    <a:pt x="1072907" y="808577"/>
                  </a:lnTo>
                  <a:lnTo>
                    <a:pt x="1081629" y="812282"/>
                  </a:lnTo>
                  <a:lnTo>
                    <a:pt x="1090352" y="815988"/>
                  </a:lnTo>
                  <a:lnTo>
                    <a:pt x="1099074" y="820222"/>
                  </a:lnTo>
                  <a:lnTo>
                    <a:pt x="1107532" y="824457"/>
                  </a:lnTo>
                  <a:lnTo>
                    <a:pt x="1115991" y="828956"/>
                  </a:lnTo>
                  <a:lnTo>
                    <a:pt x="1124449" y="833721"/>
                  </a:lnTo>
                  <a:lnTo>
                    <a:pt x="1132643" y="838485"/>
                  </a:lnTo>
                  <a:lnTo>
                    <a:pt x="1140572" y="843778"/>
                  </a:lnTo>
                  <a:lnTo>
                    <a:pt x="1148766" y="848807"/>
                  </a:lnTo>
                  <a:lnTo>
                    <a:pt x="1156696" y="854100"/>
                  </a:lnTo>
                  <a:lnTo>
                    <a:pt x="1164625" y="859658"/>
                  </a:lnTo>
                  <a:lnTo>
                    <a:pt x="959514" y="1065307"/>
                  </a:lnTo>
                  <a:lnTo>
                    <a:pt x="956342" y="1068483"/>
                  </a:lnTo>
                  <a:lnTo>
                    <a:pt x="953699" y="1071394"/>
                  </a:lnTo>
                  <a:lnTo>
                    <a:pt x="951320" y="1074570"/>
                  </a:lnTo>
                  <a:lnTo>
                    <a:pt x="948941" y="1078011"/>
                  </a:lnTo>
                  <a:lnTo>
                    <a:pt x="946826" y="1081452"/>
                  </a:lnTo>
                  <a:lnTo>
                    <a:pt x="944712" y="1084628"/>
                  </a:lnTo>
                  <a:lnTo>
                    <a:pt x="943126" y="1088333"/>
                  </a:lnTo>
                  <a:lnTo>
                    <a:pt x="941804" y="1092039"/>
                  </a:lnTo>
                  <a:lnTo>
                    <a:pt x="940218" y="1095744"/>
                  </a:lnTo>
                  <a:lnTo>
                    <a:pt x="938897" y="1099185"/>
                  </a:lnTo>
                  <a:lnTo>
                    <a:pt x="938104" y="1103155"/>
                  </a:lnTo>
                  <a:lnTo>
                    <a:pt x="937311" y="1106860"/>
                  </a:lnTo>
                  <a:lnTo>
                    <a:pt x="936518" y="1110830"/>
                  </a:lnTo>
                  <a:lnTo>
                    <a:pt x="935989" y="1114536"/>
                  </a:lnTo>
                  <a:lnTo>
                    <a:pt x="935725" y="1118506"/>
                  </a:lnTo>
                  <a:lnTo>
                    <a:pt x="935725" y="1122211"/>
                  </a:lnTo>
                  <a:lnTo>
                    <a:pt x="935725" y="1126181"/>
                  </a:lnTo>
                  <a:lnTo>
                    <a:pt x="935989" y="1130151"/>
                  </a:lnTo>
                  <a:lnTo>
                    <a:pt x="936518" y="1133857"/>
                  </a:lnTo>
                  <a:lnTo>
                    <a:pt x="937311" y="1137827"/>
                  </a:lnTo>
                  <a:lnTo>
                    <a:pt x="938104" y="1141532"/>
                  </a:lnTo>
                  <a:lnTo>
                    <a:pt x="938897" y="1145502"/>
                  </a:lnTo>
                  <a:lnTo>
                    <a:pt x="940218" y="1148943"/>
                  </a:lnTo>
                  <a:lnTo>
                    <a:pt x="941804" y="1152648"/>
                  </a:lnTo>
                  <a:lnTo>
                    <a:pt x="943126" y="1156354"/>
                  </a:lnTo>
                  <a:lnTo>
                    <a:pt x="944712" y="1160059"/>
                  </a:lnTo>
                  <a:lnTo>
                    <a:pt x="946826" y="1163235"/>
                  </a:lnTo>
                  <a:lnTo>
                    <a:pt x="948941" y="1166676"/>
                  </a:lnTo>
                  <a:lnTo>
                    <a:pt x="951320" y="1170116"/>
                  </a:lnTo>
                  <a:lnTo>
                    <a:pt x="953699" y="1173292"/>
                  </a:lnTo>
                  <a:lnTo>
                    <a:pt x="956342" y="1176204"/>
                  </a:lnTo>
                  <a:lnTo>
                    <a:pt x="959514" y="1179380"/>
                  </a:lnTo>
                  <a:lnTo>
                    <a:pt x="962157" y="1182291"/>
                  </a:lnTo>
                  <a:lnTo>
                    <a:pt x="965329" y="1184673"/>
                  </a:lnTo>
                  <a:lnTo>
                    <a:pt x="968501" y="1187320"/>
                  </a:lnTo>
                  <a:lnTo>
                    <a:pt x="971408" y="1189437"/>
                  </a:lnTo>
                  <a:lnTo>
                    <a:pt x="974844" y="1191819"/>
                  </a:lnTo>
                  <a:lnTo>
                    <a:pt x="978280" y="1193407"/>
                  </a:lnTo>
                  <a:lnTo>
                    <a:pt x="981981" y="1195260"/>
                  </a:lnTo>
                  <a:lnTo>
                    <a:pt x="985417" y="1196848"/>
                  </a:lnTo>
                  <a:lnTo>
                    <a:pt x="989117" y="1198171"/>
                  </a:lnTo>
                  <a:lnTo>
                    <a:pt x="992818" y="1199495"/>
                  </a:lnTo>
                  <a:lnTo>
                    <a:pt x="996518" y="1200553"/>
                  </a:lnTo>
                  <a:lnTo>
                    <a:pt x="1000483" y="1201612"/>
                  </a:lnTo>
                  <a:lnTo>
                    <a:pt x="1004184" y="1202141"/>
                  </a:lnTo>
                  <a:lnTo>
                    <a:pt x="1008148" y="1202671"/>
                  </a:lnTo>
                  <a:lnTo>
                    <a:pt x="1012113" y="1202935"/>
                  </a:lnTo>
                  <a:lnTo>
                    <a:pt x="1016342" y="1202935"/>
                  </a:lnTo>
                  <a:lnTo>
                    <a:pt x="1020307" y="1202935"/>
                  </a:lnTo>
                  <a:lnTo>
                    <a:pt x="1024272" y="1202671"/>
                  </a:lnTo>
                  <a:lnTo>
                    <a:pt x="1028237" y="1202141"/>
                  </a:lnTo>
                  <a:lnTo>
                    <a:pt x="1032201" y="1201612"/>
                  </a:lnTo>
                  <a:lnTo>
                    <a:pt x="1035902" y="1200553"/>
                  </a:lnTo>
                  <a:lnTo>
                    <a:pt x="1039602" y="1199495"/>
                  </a:lnTo>
                  <a:lnTo>
                    <a:pt x="1043303" y="1198171"/>
                  </a:lnTo>
                  <a:lnTo>
                    <a:pt x="1047003" y="1196848"/>
                  </a:lnTo>
                  <a:lnTo>
                    <a:pt x="1050704" y="1195260"/>
                  </a:lnTo>
                  <a:lnTo>
                    <a:pt x="1054140" y="1193407"/>
                  </a:lnTo>
                  <a:lnTo>
                    <a:pt x="1057576" y="1191819"/>
                  </a:lnTo>
                  <a:lnTo>
                    <a:pt x="1061012" y="1189437"/>
                  </a:lnTo>
                  <a:lnTo>
                    <a:pt x="1064184" y="1187320"/>
                  </a:lnTo>
                  <a:lnTo>
                    <a:pt x="1067092" y="1184673"/>
                  </a:lnTo>
                  <a:lnTo>
                    <a:pt x="1070263" y="1182291"/>
                  </a:lnTo>
                  <a:lnTo>
                    <a:pt x="1073435" y="1179380"/>
                  </a:lnTo>
                  <a:lnTo>
                    <a:pt x="1277490" y="974790"/>
                  </a:lnTo>
                  <a:lnTo>
                    <a:pt x="1282776" y="982730"/>
                  </a:lnTo>
                  <a:lnTo>
                    <a:pt x="1288327" y="990670"/>
                  </a:lnTo>
                  <a:lnTo>
                    <a:pt x="1293349" y="998610"/>
                  </a:lnTo>
                  <a:lnTo>
                    <a:pt x="1298106" y="1007080"/>
                  </a:lnTo>
                  <a:lnTo>
                    <a:pt x="1302864" y="1015284"/>
                  </a:lnTo>
                  <a:lnTo>
                    <a:pt x="1307358" y="1024018"/>
                  </a:lnTo>
                  <a:lnTo>
                    <a:pt x="1311851" y="1032488"/>
                  </a:lnTo>
                  <a:lnTo>
                    <a:pt x="1316080" y="1041222"/>
                  </a:lnTo>
                  <a:lnTo>
                    <a:pt x="1320309" y="1049956"/>
                  </a:lnTo>
                  <a:lnTo>
                    <a:pt x="1323745" y="1058955"/>
                  </a:lnTo>
                  <a:lnTo>
                    <a:pt x="1327710" y="1067954"/>
                  </a:lnTo>
                  <a:lnTo>
                    <a:pt x="1331146" y="1077217"/>
                  </a:lnTo>
                  <a:lnTo>
                    <a:pt x="1334582" y="1086216"/>
                  </a:lnTo>
                  <a:lnTo>
                    <a:pt x="1337490" y="1095744"/>
                  </a:lnTo>
                  <a:lnTo>
                    <a:pt x="1340662" y="1105007"/>
                  </a:lnTo>
                  <a:lnTo>
                    <a:pt x="1343569" y="1114536"/>
                  </a:lnTo>
                  <a:lnTo>
                    <a:pt x="1345948" y="1124328"/>
                  </a:lnTo>
                  <a:lnTo>
                    <a:pt x="1348327" y="1134386"/>
                  </a:lnTo>
                  <a:lnTo>
                    <a:pt x="1350442" y="1144179"/>
                  </a:lnTo>
                  <a:lnTo>
                    <a:pt x="1352556" y="1153971"/>
                  </a:lnTo>
                  <a:lnTo>
                    <a:pt x="1354142" y="1164029"/>
                  </a:lnTo>
                  <a:lnTo>
                    <a:pt x="1355464" y="1173822"/>
                  </a:lnTo>
                  <a:lnTo>
                    <a:pt x="1356785" y="1183350"/>
                  </a:lnTo>
                  <a:lnTo>
                    <a:pt x="1357578" y="1193143"/>
                  </a:lnTo>
                  <a:lnTo>
                    <a:pt x="1358371" y="1202935"/>
                  </a:lnTo>
                  <a:lnTo>
                    <a:pt x="1358900" y="1212464"/>
                  </a:lnTo>
                  <a:lnTo>
                    <a:pt x="1358900" y="1221992"/>
                  </a:lnTo>
                  <a:lnTo>
                    <a:pt x="1358900" y="1231520"/>
                  </a:lnTo>
                  <a:lnTo>
                    <a:pt x="1358900" y="1241048"/>
                  </a:lnTo>
                  <a:lnTo>
                    <a:pt x="1358371" y="1250576"/>
                  </a:lnTo>
                  <a:lnTo>
                    <a:pt x="1357843" y="1260104"/>
                  </a:lnTo>
                  <a:lnTo>
                    <a:pt x="1357050" y="1269368"/>
                  </a:lnTo>
                  <a:lnTo>
                    <a:pt x="1355728" y="1278631"/>
                  </a:lnTo>
                  <a:lnTo>
                    <a:pt x="1354406" y="1287895"/>
                  </a:lnTo>
                  <a:lnTo>
                    <a:pt x="1353085" y="1296893"/>
                  </a:lnTo>
                  <a:lnTo>
                    <a:pt x="1350970" y="1306157"/>
                  </a:lnTo>
                  <a:lnTo>
                    <a:pt x="1349120" y="1315156"/>
                  </a:lnTo>
                  <a:lnTo>
                    <a:pt x="1346741" y="1324154"/>
                  </a:lnTo>
                  <a:lnTo>
                    <a:pt x="1344627" y="1332889"/>
                  </a:lnTo>
                  <a:lnTo>
                    <a:pt x="1341983" y="1341358"/>
                  </a:lnTo>
                  <a:lnTo>
                    <a:pt x="1339076" y="1350092"/>
                  </a:lnTo>
                  <a:lnTo>
                    <a:pt x="1336168" y="1358826"/>
                  </a:lnTo>
                  <a:lnTo>
                    <a:pt x="1332732" y="1367296"/>
                  </a:lnTo>
                  <a:lnTo>
                    <a:pt x="1329560" y="1375500"/>
                  </a:lnTo>
                  <a:lnTo>
                    <a:pt x="1325860" y="1383970"/>
                  </a:lnTo>
                  <a:lnTo>
                    <a:pt x="1321895" y="1391910"/>
                  </a:lnTo>
                  <a:lnTo>
                    <a:pt x="1317930" y="1399850"/>
                  </a:lnTo>
                  <a:lnTo>
                    <a:pt x="1313701" y="1407790"/>
                  </a:lnTo>
                  <a:lnTo>
                    <a:pt x="1309208" y="1415730"/>
                  </a:lnTo>
                  <a:lnTo>
                    <a:pt x="1304450" y="1423406"/>
                  </a:lnTo>
                  <a:lnTo>
                    <a:pt x="1299428" y="1431081"/>
                  </a:lnTo>
                  <a:lnTo>
                    <a:pt x="1294406" y="1438492"/>
                  </a:lnTo>
                  <a:lnTo>
                    <a:pt x="1289384" y="1445638"/>
                  </a:lnTo>
                  <a:lnTo>
                    <a:pt x="1283833" y="1453049"/>
                  </a:lnTo>
                  <a:lnTo>
                    <a:pt x="1278018" y="1459930"/>
                  </a:lnTo>
                  <a:lnTo>
                    <a:pt x="1272203" y="1466812"/>
                  </a:lnTo>
                  <a:lnTo>
                    <a:pt x="1266388" y="1473428"/>
                  </a:lnTo>
                  <a:lnTo>
                    <a:pt x="1260044" y="1480045"/>
                  </a:lnTo>
                  <a:lnTo>
                    <a:pt x="1253701" y="1486397"/>
                  </a:lnTo>
                  <a:lnTo>
                    <a:pt x="1247093" y="1492749"/>
                  </a:lnTo>
                  <a:lnTo>
                    <a:pt x="1240221" y="1498837"/>
                  </a:lnTo>
                  <a:lnTo>
                    <a:pt x="1233613" y="1504659"/>
                  </a:lnTo>
                  <a:lnTo>
                    <a:pt x="1226212" y="1510218"/>
                  </a:lnTo>
                  <a:lnTo>
                    <a:pt x="1218811" y="1516040"/>
                  </a:lnTo>
                  <a:lnTo>
                    <a:pt x="1211674" y="1521334"/>
                  </a:lnTo>
                  <a:lnTo>
                    <a:pt x="1203745" y="1526362"/>
                  </a:lnTo>
                  <a:lnTo>
                    <a:pt x="1195815" y="1531391"/>
                  </a:lnTo>
                  <a:lnTo>
                    <a:pt x="1187885" y="1536155"/>
                  </a:lnTo>
                  <a:lnTo>
                    <a:pt x="1179691" y="1540655"/>
                  </a:lnTo>
                  <a:lnTo>
                    <a:pt x="1171233" y="1545154"/>
                  </a:lnTo>
                  <a:lnTo>
                    <a:pt x="1162775" y="1549389"/>
                  </a:lnTo>
                  <a:lnTo>
                    <a:pt x="1154053" y="1553359"/>
                  </a:lnTo>
                  <a:lnTo>
                    <a:pt x="1145066" y="1557064"/>
                  </a:lnTo>
                  <a:lnTo>
                    <a:pt x="1136079" y="1560240"/>
                  </a:lnTo>
                  <a:lnTo>
                    <a:pt x="1127092" y="1563681"/>
                  </a:lnTo>
                  <a:lnTo>
                    <a:pt x="1117577" y="1566592"/>
                  </a:lnTo>
                  <a:lnTo>
                    <a:pt x="1108325" y="1569239"/>
                  </a:lnTo>
                  <a:lnTo>
                    <a:pt x="1098546" y="1571886"/>
                  </a:lnTo>
                  <a:lnTo>
                    <a:pt x="1089030" y="1574003"/>
                  </a:lnTo>
                  <a:lnTo>
                    <a:pt x="1078986" y="1576385"/>
                  </a:lnTo>
                  <a:lnTo>
                    <a:pt x="1068942" y="1577973"/>
                  </a:lnTo>
                  <a:lnTo>
                    <a:pt x="1058633" y="1579296"/>
                  </a:lnTo>
                  <a:lnTo>
                    <a:pt x="1048589" y="1580620"/>
                  </a:lnTo>
                  <a:lnTo>
                    <a:pt x="1038545" y="1581678"/>
                  </a:lnTo>
                  <a:lnTo>
                    <a:pt x="1028501" y="1582208"/>
                  </a:lnTo>
                  <a:lnTo>
                    <a:pt x="1017928" y="1582472"/>
                  </a:lnTo>
                  <a:lnTo>
                    <a:pt x="1007884" y="1582737"/>
                  </a:lnTo>
                  <a:lnTo>
                    <a:pt x="997840" y="1582472"/>
                  </a:lnTo>
                  <a:lnTo>
                    <a:pt x="987796" y="1582208"/>
                  </a:lnTo>
                  <a:lnTo>
                    <a:pt x="977752" y="1581414"/>
                  </a:lnTo>
                  <a:lnTo>
                    <a:pt x="967443" y="1580620"/>
                  </a:lnTo>
                  <a:lnTo>
                    <a:pt x="957399" y="1579032"/>
                  </a:lnTo>
                  <a:lnTo>
                    <a:pt x="947355" y="1577708"/>
                  </a:lnTo>
                  <a:lnTo>
                    <a:pt x="937575" y="1576120"/>
                  </a:lnTo>
                  <a:lnTo>
                    <a:pt x="927531" y="1574003"/>
                  </a:lnTo>
                  <a:lnTo>
                    <a:pt x="917487" y="1571886"/>
                  </a:lnTo>
                  <a:lnTo>
                    <a:pt x="907443" y="1569239"/>
                  </a:lnTo>
                  <a:lnTo>
                    <a:pt x="897663" y="1566857"/>
                  </a:lnTo>
                  <a:lnTo>
                    <a:pt x="887883" y="1563681"/>
                  </a:lnTo>
                  <a:lnTo>
                    <a:pt x="878103" y="1560505"/>
                  </a:lnTo>
                  <a:lnTo>
                    <a:pt x="868324" y="1557064"/>
                  </a:lnTo>
                  <a:lnTo>
                    <a:pt x="858808" y="1553359"/>
                  </a:lnTo>
                  <a:lnTo>
                    <a:pt x="849028" y="1549389"/>
                  </a:lnTo>
                  <a:lnTo>
                    <a:pt x="839513" y="1545419"/>
                  </a:lnTo>
                  <a:lnTo>
                    <a:pt x="829997" y="1540919"/>
                  </a:lnTo>
                  <a:lnTo>
                    <a:pt x="820746" y="1536420"/>
                  </a:lnTo>
                  <a:lnTo>
                    <a:pt x="811495" y="1531656"/>
                  </a:lnTo>
                  <a:lnTo>
                    <a:pt x="802508" y="1526627"/>
                  </a:lnTo>
                  <a:lnTo>
                    <a:pt x="793257" y="1521334"/>
                  </a:lnTo>
                  <a:lnTo>
                    <a:pt x="784535" y="1515776"/>
                  </a:lnTo>
                  <a:lnTo>
                    <a:pt x="775548" y="1509953"/>
                  </a:lnTo>
                  <a:lnTo>
                    <a:pt x="766825" y="1504130"/>
                  </a:lnTo>
                  <a:lnTo>
                    <a:pt x="758367" y="1498307"/>
                  </a:lnTo>
                  <a:lnTo>
                    <a:pt x="749909" y="1491691"/>
                  </a:lnTo>
                  <a:lnTo>
                    <a:pt x="741451" y="1485339"/>
                  </a:lnTo>
                  <a:lnTo>
                    <a:pt x="733257" y="1478457"/>
                  </a:lnTo>
                  <a:lnTo>
                    <a:pt x="725063" y="1471840"/>
                  </a:lnTo>
                  <a:lnTo>
                    <a:pt x="717398" y="1464694"/>
                  </a:lnTo>
                  <a:lnTo>
                    <a:pt x="709468" y="1457548"/>
                  </a:lnTo>
                  <a:lnTo>
                    <a:pt x="701803" y="1450137"/>
                  </a:lnTo>
                  <a:lnTo>
                    <a:pt x="694402" y="1442197"/>
                  </a:lnTo>
                  <a:lnTo>
                    <a:pt x="687001" y="1434787"/>
                  </a:lnTo>
                  <a:lnTo>
                    <a:pt x="679864" y="1426582"/>
                  </a:lnTo>
                  <a:lnTo>
                    <a:pt x="672992" y="1418377"/>
                  </a:lnTo>
                  <a:lnTo>
                    <a:pt x="666120" y="1410172"/>
                  </a:lnTo>
                  <a:lnTo>
                    <a:pt x="659512" y="1401967"/>
                  </a:lnTo>
                  <a:lnTo>
                    <a:pt x="652904" y="1393233"/>
                  </a:lnTo>
                  <a:lnTo>
                    <a:pt x="646824" y="1384499"/>
                  </a:lnTo>
                  <a:lnTo>
                    <a:pt x="641009" y="1375500"/>
                  </a:lnTo>
                  <a:lnTo>
                    <a:pt x="635194" y="1366502"/>
                  </a:lnTo>
                  <a:lnTo>
                    <a:pt x="629379" y="1357238"/>
                  </a:lnTo>
                  <a:lnTo>
                    <a:pt x="623829" y="1347975"/>
                  </a:lnTo>
                  <a:lnTo>
                    <a:pt x="618807" y="1338447"/>
                  </a:lnTo>
                  <a:lnTo>
                    <a:pt x="613784" y="1328918"/>
                  </a:lnTo>
                  <a:lnTo>
                    <a:pt x="609027" y="1319126"/>
                  </a:lnTo>
                  <a:lnTo>
                    <a:pt x="604533" y="1309068"/>
                  </a:lnTo>
                  <a:lnTo>
                    <a:pt x="600040" y="1299275"/>
                  </a:lnTo>
                  <a:lnTo>
                    <a:pt x="595811" y="1289218"/>
                  </a:lnTo>
                  <a:lnTo>
                    <a:pt x="592110" y="1278896"/>
                  </a:lnTo>
                  <a:lnTo>
                    <a:pt x="588410" y="1268309"/>
                  </a:lnTo>
                  <a:lnTo>
                    <a:pt x="585238" y="1257987"/>
                  </a:lnTo>
                  <a:lnTo>
                    <a:pt x="581802" y="1247665"/>
                  </a:lnTo>
                  <a:lnTo>
                    <a:pt x="578894" y="1237078"/>
                  </a:lnTo>
                  <a:lnTo>
                    <a:pt x="576515" y="1225962"/>
                  </a:lnTo>
                  <a:lnTo>
                    <a:pt x="573872" y="1215375"/>
                  </a:lnTo>
                  <a:lnTo>
                    <a:pt x="572022" y="1204523"/>
                  </a:lnTo>
                  <a:lnTo>
                    <a:pt x="570172" y="1193937"/>
                  </a:lnTo>
                  <a:lnTo>
                    <a:pt x="568586" y="1183615"/>
                  </a:lnTo>
                  <a:lnTo>
                    <a:pt x="567529" y="1173028"/>
                  </a:lnTo>
                  <a:lnTo>
                    <a:pt x="566736" y="1162441"/>
                  </a:lnTo>
                  <a:lnTo>
                    <a:pt x="565678" y="1152119"/>
                  </a:lnTo>
                  <a:lnTo>
                    <a:pt x="565414" y="1141797"/>
                  </a:lnTo>
                  <a:lnTo>
                    <a:pt x="565150" y="1131210"/>
                  </a:lnTo>
                  <a:lnTo>
                    <a:pt x="565414" y="1121152"/>
                  </a:lnTo>
                  <a:lnTo>
                    <a:pt x="565678" y="1110830"/>
                  </a:lnTo>
                  <a:lnTo>
                    <a:pt x="566471" y="1100773"/>
                  </a:lnTo>
                  <a:lnTo>
                    <a:pt x="567529" y="1090980"/>
                  </a:lnTo>
                  <a:lnTo>
                    <a:pt x="568586" y="1080923"/>
                  </a:lnTo>
                  <a:lnTo>
                    <a:pt x="569907" y="1071130"/>
                  </a:lnTo>
                  <a:lnTo>
                    <a:pt x="571493" y="1061337"/>
                  </a:lnTo>
                  <a:lnTo>
                    <a:pt x="573344" y="1051809"/>
                  </a:lnTo>
                  <a:lnTo>
                    <a:pt x="575723" y="1042281"/>
                  </a:lnTo>
                  <a:lnTo>
                    <a:pt x="577837" y="1033017"/>
                  </a:lnTo>
                  <a:lnTo>
                    <a:pt x="580480" y="1023754"/>
                  </a:lnTo>
                  <a:lnTo>
                    <a:pt x="583123" y="1014755"/>
                  </a:lnTo>
                  <a:lnTo>
                    <a:pt x="586295" y="1005756"/>
                  </a:lnTo>
                  <a:lnTo>
                    <a:pt x="589467" y="996757"/>
                  </a:lnTo>
                  <a:lnTo>
                    <a:pt x="592903" y="988023"/>
                  </a:lnTo>
                  <a:lnTo>
                    <a:pt x="596604" y="979289"/>
                  </a:lnTo>
                  <a:lnTo>
                    <a:pt x="600568" y="970820"/>
                  </a:lnTo>
                  <a:lnTo>
                    <a:pt x="604533" y="962615"/>
                  </a:lnTo>
                  <a:lnTo>
                    <a:pt x="609027" y="954410"/>
                  </a:lnTo>
                  <a:lnTo>
                    <a:pt x="613520" y="946205"/>
                  </a:lnTo>
                  <a:lnTo>
                    <a:pt x="618278" y="938001"/>
                  </a:lnTo>
                  <a:lnTo>
                    <a:pt x="623036" y="930590"/>
                  </a:lnTo>
                  <a:lnTo>
                    <a:pt x="628322" y="922650"/>
                  </a:lnTo>
                  <a:lnTo>
                    <a:pt x="633344" y="915239"/>
                  </a:lnTo>
                  <a:lnTo>
                    <a:pt x="638895" y="908093"/>
                  </a:lnTo>
                  <a:lnTo>
                    <a:pt x="644710" y="900947"/>
                  </a:lnTo>
                  <a:lnTo>
                    <a:pt x="650525" y="894065"/>
                  </a:lnTo>
                  <a:lnTo>
                    <a:pt x="656340" y="887184"/>
                  </a:lnTo>
                  <a:lnTo>
                    <a:pt x="662683" y="880567"/>
                  </a:lnTo>
                  <a:lnTo>
                    <a:pt x="669027" y="873950"/>
                  </a:lnTo>
                  <a:lnTo>
                    <a:pt x="675371" y="867863"/>
                  </a:lnTo>
                  <a:lnTo>
                    <a:pt x="682243" y="861511"/>
                  </a:lnTo>
                  <a:lnTo>
                    <a:pt x="688851" y="855688"/>
                  </a:lnTo>
                  <a:lnTo>
                    <a:pt x="695988" y="850130"/>
                  </a:lnTo>
                  <a:lnTo>
                    <a:pt x="703124" y="844572"/>
                  </a:lnTo>
                  <a:lnTo>
                    <a:pt x="710525" y="839279"/>
                  </a:lnTo>
                  <a:lnTo>
                    <a:pt x="718190" y="833985"/>
                  </a:lnTo>
                  <a:lnTo>
                    <a:pt x="725591" y="828956"/>
                  </a:lnTo>
                  <a:lnTo>
                    <a:pt x="733521" y="824192"/>
                  </a:lnTo>
                  <a:lnTo>
                    <a:pt x="741451" y="819693"/>
                  </a:lnTo>
                  <a:lnTo>
                    <a:pt x="749644" y="815458"/>
                  </a:lnTo>
                  <a:lnTo>
                    <a:pt x="757574" y="811224"/>
                  </a:lnTo>
                  <a:lnTo>
                    <a:pt x="765768" y="807518"/>
                  </a:lnTo>
                  <a:lnTo>
                    <a:pt x="774226" y="803813"/>
                  </a:lnTo>
                  <a:lnTo>
                    <a:pt x="782949" y="800372"/>
                  </a:lnTo>
                  <a:lnTo>
                    <a:pt x="791671" y="796931"/>
                  </a:lnTo>
                  <a:lnTo>
                    <a:pt x="800394" y="794285"/>
                  </a:lnTo>
                  <a:lnTo>
                    <a:pt x="809381" y="791373"/>
                  </a:lnTo>
                  <a:lnTo>
                    <a:pt x="818632" y="788991"/>
                  </a:lnTo>
                  <a:lnTo>
                    <a:pt x="827883" y="786345"/>
                  </a:lnTo>
                  <a:lnTo>
                    <a:pt x="837134" y="784492"/>
                  </a:lnTo>
                  <a:lnTo>
                    <a:pt x="846650" y="782375"/>
                  </a:lnTo>
                  <a:lnTo>
                    <a:pt x="856165" y="780787"/>
                  </a:lnTo>
                  <a:lnTo>
                    <a:pt x="865680" y="779198"/>
                  </a:lnTo>
                  <a:lnTo>
                    <a:pt x="875460" y="778140"/>
                  </a:lnTo>
                  <a:lnTo>
                    <a:pt x="885240" y="777346"/>
                  </a:lnTo>
                  <a:lnTo>
                    <a:pt x="894756" y="776816"/>
                  </a:lnTo>
                  <a:lnTo>
                    <a:pt x="904800" y="776287"/>
                  </a:lnTo>
                  <a:close/>
                  <a:moveTo>
                    <a:pt x="797783" y="304800"/>
                  </a:moveTo>
                  <a:lnTo>
                    <a:pt x="819466" y="304800"/>
                  </a:lnTo>
                  <a:lnTo>
                    <a:pt x="840885" y="305594"/>
                  </a:lnTo>
                  <a:lnTo>
                    <a:pt x="862304" y="306652"/>
                  </a:lnTo>
                  <a:lnTo>
                    <a:pt x="883722" y="307975"/>
                  </a:lnTo>
                  <a:lnTo>
                    <a:pt x="904877" y="310356"/>
                  </a:lnTo>
                  <a:lnTo>
                    <a:pt x="925767" y="312738"/>
                  </a:lnTo>
                  <a:lnTo>
                    <a:pt x="946921" y="315913"/>
                  </a:lnTo>
                  <a:lnTo>
                    <a:pt x="968075" y="319617"/>
                  </a:lnTo>
                  <a:lnTo>
                    <a:pt x="988701" y="323586"/>
                  </a:lnTo>
                  <a:lnTo>
                    <a:pt x="1009591" y="328083"/>
                  </a:lnTo>
                  <a:lnTo>
                    <a:pt x="1029952" y="333111"/>
                  </a:lnTo>
                  <a:lnTo>
                    <a:pt x="1050577" y="338402"/>
                  </a:lnTo>
                  <a:lnTo>
                    <a:pt x="1070674" y="344223"/>
                  </a:lnTo>
                  <a:lnTo>
                    <a:pt x="1090770" y="350838"/>
                  </a:lnTo>
                  <a:lnTo>
                    <a:pt x="1110603" y="357188"/>
                  </a:lnTo>
                  <a:lnTo>
                    <a:pt x="1130170" y="364331"/>
                  </a:lnTo>
                  <a:lnTo>
                    <a:pt x="1149474" y="371740"/>
                  </a:lnTo>
                  <a:lnTo>
                    <a:pt x="1168513" y="379677"/>
                  </a:lnTo>
                  <a:lnTo>
                    <a:pt x="1187816" y="387879"/>
                  </a:lnTo>
                  <a:lnTo>
                    <a:pt x="1206855" y="396611"/>
                  </a:lnTo>
                  <a:lnTo>
                    <a:pt x="1225629" y="405606"/>
                  </a:lnTo>
                  <a:lnTo>
                    <a:pt x="1244139" y="415131"/>
                  </a:lnTo>
                  <a:lnTo>
                    <a:pt x="1262649" y="424656"/>
                  </a:lnTo>
                  <a:lnTo>
                    <a:pt x="1280895" y="434975"/>
                  </a:lnTo>
                  <a:lnTo>
                    <a:pt x="1298876" y="445294"/>
                  </a:lnTo>
                  <a:lnTo>
                    <a:pt x="1316593" y="456406"/>
                  </a:lnTo>
                  <a:lnTo>
                    <a:pt x="1334310" y="467519"/>
                  </a:lnTo>
                  <a:lnTo>
                    <a:pt x="1351762" y="479161"/>
                  </a:lnTo>
                  <a:lnTo>
                    <a:pt x="1368686" y="491067"/>
                  </a:lnTo>
                  <a:lnTo>
                    <a:pt x="1385609" y="503502"/>
                  </a:lnTo>
                  <a:lnTo>
                    <a:pt x="1404648" y="517790"/>
                  </a:lnTo>
                  <a:lnTo>
                    <a:pt x="1423158" y="532871"/>
                  </a:lnTo>
                  <a:lnTo>
                    <a:pt x="1441404" y="548217"/>
                  </a:lnTo>
                  <a:lnTo>
                    <a:pt x="1459385" y="563563"/>
                  </a:lnTo>
                  <a:lnTo>
                    <a:pt x="1273491" y="749565"/>
                  </a:lnTo>
                  <a:lnTo>
                    <a:pt x="1260270" y="738717"/>
                  </a:lnTo>
                  <a:lnTo>
                    <a:pt x="1253394" y="733161"/>
                  </a:lnTo>
                  <a:lnTo>
                    <a:pt x="1246519" y="728134"/>
                  </a:lnTo>
                  <a:lnTo>
                    <a:pt x="1235149" y="720196"/>
                  </a:lnTo>
                  <a:lnTo>
                    <a:pt x="1224043" y="712259"/>
                  </a:lnTo>
                  <a:lnTo>
                    <a:pt x="1212408" y="704850"/>
                  </a:lnTo>
                  <a:lnTo>
                    <a:pt x="1200773" y="697706"/>
                  </a:lnTo>
                  <a:lnTo>
                    <a:pt x="1188874" y="690298"/>
                  </a:lnTo>
                  <a:lnTo>
                    <a:pt x="1176710" y="683684"/>
                  </a:lnTo>
                  <a:lnTo>
                    <a:pt x="1164811" y="677069"/>
                  </a:lnTo>
                  <a:lnTo>
                    <a:pt x="1152647" y="670719"/>
                  </a:lnTo>
                  <a:lnTo>
                    <a:pt x="1140219" y="664634"/>
                  </a:lnTo>
                  <a:lnTo>
                    <a:pt x="1128055" y="658813"/>
                  </a:lnTo>
                  <a:lnTo>
                    <a:pt x="1115362" y="653521"/>
                  </a:lnTo>
                  <a:lnTo>
                    <a:pt x="1102670" y="648229"/>
                  </a:lnTo>
                  <a:lnTo>
                    <a:pt x="1089713" y="643202"/>
                  </a:lnTo>
                  <a:lnTo>
                    <a:pt x="1076756" y="638704"/>
                  </a:lnTo>
                  <a:lnTo>
                    <a:pt x="1064063" y="634206"/>
                  </a:lnTo>
                  <a:lnTo>
                    <a:pt x="1051106" y="629973"/>
                  </a:lnTo>
                  <a:lnTo>
                    <a:pt x="1037885" y="626004"/>
                  </a:lnTo>
                  <a:lnTo>
                    <a:pt x="1024399" y="622565"/>
                  </a:lnTo>
                  <a:lnTo>
                    <a:pt x="1010913" y="619390"/>
                  </a:lnTo>
                  <a:lnTo>
                    <a:pt x="997427" y="616479"/>
                  </a:lnTo>
                  <a:lnTo>
                    <a:pt x="983941" y="613569"/>
                  </a:lnTo>
                  <a:lnTo>
                    <a:pt x="970191" y="611452"/>
                  </a:lnTo>
                  <a:lnTo>
                    <a:pt x="956705" y="609336"/>
                  </a:lnTo>
                  <a:lnTo>
                    <a:pt x="942954" y="607748"/>
                  </a:lnTo>
                  <a:lnTo>
                    <a:pt x="928940" y="606425"/>
                  </a:lnTo>
                  <a:lnTo>
                    <a:pt x="915189" y="605102"/>
                  </a:lnTo>
                  <a:lnTo>
                    <a:pt x="901439" y="604573"/>
                  </a:lnTo>
                  <a:lnTo>
                    <a:pt x="887424" y="604044"/>
                  </a:lnTo>
                  <a:lnTo>
                    <a:pt x="873410" y="604044"/>
                  </a:lnTo>
                  <a:lnTo>
                    <a:pt x="859395" y="604573"/>
                  </a:lnTo>
                  <a:lnTo>
                    <a:pt x="845380" y="605102"/>
                  </a:lnTo>
                  <a:lnTo>
                    <a:pt x="831365" y="606425"/>
                  </a:lnTo>
                  <a:lnTo>
                    <a:pt x="817351" y="607748"/>
                  </a:lnTo>
                  <a:lnTo>
                    <a:pt x="803071" y="609336"/>
                  </a:lnTo>
                  <a:lnTo>
                    <a:pt x="789057" y="611452"/>
                  </a:lnTo>
                  <a:lnTo>
                    <a:pt x="775306" y="613834"/>
                  </a:lnTo>
                  <a:lnTo>
                    <a:pt x="761820" y="616744"/>
                  </a:lnTo>
                  <a:lnTo>
                    <a:pt x="748599" y="619919"/>
                  </a:lnTo>
                  <a:lnTo>
                    <a:pt x="735377" y="623359"/>
                  </a:lnTo>
                  <a:lnTo>
                    <a:pt x="722156" y="627063"/>
                  </a:lnTo>
                  <a:lnTo>
                    <a:pt x="709199" y="631296"/>
                  </a:lnTo>
                  <a:lnTo>
                    <a:pt x="696506" y="635794"/>
                  </a:lnTo>
                  <a:lnTo>
                    <a:pt x="683814" y="640556"/>
                  </a:lnTo>
                  <a:lnTo>
                    <a:pt x="671650" y="645584"/>
                  </a:lnTo>
                  <a:lnTo>
                    <a:pt x="659486" y="650875"/>
                  </a:lnTo>
                  <a:lnTo>
                    <a:pt x="647323" y="656696"/>
                  </a:lnTo>
                  <a:lnTo>
                    <a:pt x="635952" y="662517"/>
                  </a:lnTo>
                  <a:lnTo>
                    <a:pt x="624053" y="668867"/>
                  </a:lnTo>
                  <a:lnTo>
                    <a:pt x="612682" y="675481"/>
                  </a:lnTo>
                  <a:lnTo>
                    <a:pt x="601312" y="682361"/>
                  </a:lnTo>
                  <a:lnTo>
                    <a:pt x="590206" y="689769"/>
                  </a:lnTo>
                  <a:lnTo>
                    <a:pt x="579100" y="697442"/>
                  </a:lnTo>
                  <a:lnTo>
                    <a:pt x="568523" y="705115"/>
                  </a:lnTo>
                  <a:lnTo>
                    <a:pt x="558210" y="713317"/>
                  </a:lnTo>
                  <a:lnTo>
                    <a:pt x="548162" y="721784"/>
                  </a:lnTo>
                  <a:lnTo>
                    <a:pt x="537849" y="730515"/>
                  </a:lnTo>
                  <a:lnTo>
                    <a:pt x="528329" y="739246"/>
                  </a:lnTo>
                  <a:lnTo>
                    <a:pt x="518810" y="748507"/>
                  </a:lnTo>
                  <a:lnTo>
                    <a:pt x="509555" y="758032"/>
                  </a:lnTo>
                  <a:lnTo>
                    <a:pt x="500564" y="767557"/>
                  </a:lnTo>
                  <a:lnTo>
                    <a:pt x="491838" y="777346"/>
                  </a:lnTo>
                  <a:lnTo>
                    <a:pt x="483641" y="787665"/>
                  </a:lnTo>
                  <a:lnTo>
                    <a:pt x="475444" y="798248"/>
                  </a:lnTo>
                  <a:lnTo>
                    <a:pt x="467246" y="808832"/>
                  </a:lnTo>
                  <a:lnTo>
                    <a:pt x="459578" y="819679"/>
                  </a:lnTo>
                  <a:lnTo>
                    <a:pt x="452174" y="831057"/>
                  </a:lnTo>
                  <a:lnTo>
                    <a:pt x="444770" y="842434"/>
                  </a:lnTo>
                  <a:lnTo>
                    <a:pt x="438159" y="854340"/>
                  </a:lnTo>
                  <a:lnTo>
                    <a:pt x="431284" y="866246"/>
                  </a:lnTo>
                  <a:lnTo>
                    <a:pt x="425202" y="878417"/>
                  </a:lnTo>
                  <a:lnTo>
                    <a:pt x="419120" y="890852"/>
                  </a:lnTo>
                  <a:lnTo>
                    <a:pt x="413303" y="903288"/>
                  </a:lnTo>
                  <a:lnTo>
                    <a:pt x="408014" y="915988"/>
                  </a:lnTo>
                  <a:lnTo>
                    <a:pt x="402990" y="928952"/>
                  </a:lnTo>
                  <a:lnTo>
                    <a:pt x="398495" y="941917"/>
                  </a:lnTo>
                  <a:lnTo>
                    <a:pt x="393999" y="955411"/>
                  </a:lnTo>
                  <a:lnTo>
                    <a:pt x="390033" y="968905"/>
                  </a:lnTo>
                  <a:lnTo>
                    <a:pt x="386331" y="982398"/>
                  </a:lnTo>
                  <a:lnTo>
                    <a:pt x="383158" y="996157"/>
                  </a:lnTo>
                  <a:lnTo>
                    <a:pt x="379985" y="1010180"/>
                  </a:lnTo>
                  <a:lnTo>
                    <a:pt x="377076" y="1024467"/>
                  </a:lnTo>
                  <a:lnTo>
                    <a:pt x="374961" y="1038755"/>
                  </a:lnTo>
                  <a:lnTo>
                    <a:pt x="372845" y="1053571"/>
                  </a:lnTo>
                  <a:lnTo>
                    <a:pt x="371523" y="1068388"/>
                  </a:lnTo>
                  <a:lnTo>
                    <a:pt x="370201" y="1083205"/>
                  </a:lnTo>
                  <a:lnTo>
                    <a:pt x="369672" y="1098021"/>
                  </a:lnTo>
                  <a:lnTo>
                    <a:pt x="368879" y="1113367"/>
                  </a:lnTo>
                  <a:lnTo>
                    <a:pt x="368879" y="1128448"/>
                  </a:lnTo>
                  <a:lnTo>
                    <a:pt x="369143" y="1143794"/>
                  </a:lnTo>
                  <a:lnTo>
                    <a:pt x="370201" y="1159140"/>
                  </a:lnTo>
                  <a:lnTo>
                    <a:pt x="371523" y="1174750"/>
                  </a:lnTo>
                  <a:lnTo>
                    <a:pt x="372845" y="1190096"/>
                  </a:lnTo>
                  <a:lnTo>
                    <a:pt x="374961" y="1205971"/>
                  </a:lnTo>
                  <a:lnTo>
                    <a:pt x="377340" y="1221582"/>
                  </a:lnTo>
                  <a:lnTo>
                    <a:pt x="380249" y="1237721"/>
                  </a:lnTo>
                  <a:lnTo>
                    <a:pt x="383687" y="1253332"/>
                  </a:lnTo>
                  <a:lnTo>
                    <a:pt x="387124" y="1269471"/>
                  </a:lnTo>
                  <a:lnTo>
                    <a:pt x="391355" y="1285346"/>
                  </a:lnTo>
                  <a:lnTo>
                    <a:pt x="395850" y="1300957"/>
                  </a:lnTo>
                  <a:lnTo>
                    <a:pt x="400875" y="1316567"/>
                  </a:lnTo>
                  <a:lnTo>
                    <a:pt x="406163" y="1331648"/>
                  </a:lnTo>
                  <a:lnTo>
                    <a:pt x="411716" y="1347259"/>
                  </a:lnTo>
                  <a:lnTo>
                    <a:pt x="417798" y="1362075"/>
                  </a:lnTo>
                  <a:lnTo>
                    <a:pt x="423880" y="1376892"/>
                  </a:lnTo>
                  <a:lnTo>
                    <a:pt x="430755" y="1391709"/>
                  </a:lnTo>
                  <a:lnTo>
                    <a:pt x="437630" y="1406261"/>
                  </a:lnTo>
                  <a:lnTo>
                    <a:pt x="445034" y="1420548"/>
                  </a:lnTo>
                  <a:lnTo>
                    <a:pt x="452967" y="1434571"/>
                  </a:lnTo>
                  <a:lnTo>
                    <a:pt x="460900" y="1448330"/>
                  </a:lnTo>
                  <a:lnTo>
                    <a:pt x="469097" y="1462088"/>
                  </a:lnTo>
                  <a:lnTo>
                    <a:pt x="477823" y="1475582"/>
                  </a:lnTo>
                  <a:lnTo>
                    <a:pt x="486814" y="1488811"/>
                  </a:lnTo>
                  <a:lnTo>
                    <a:pt x="496069" y="1502040"/>
                  </a:lnTo>
                  <a:lnTo>
                    <a:pt x="505589" y="1515005"/>
                  </a:lnTo>
                  <a:lnTo>
                    <a:pt x="515637" y="1527176"/>
                  </a:lnTo>
                  <a:lnTo>
                    <a:pt x="525685" y="1539611"/>
                  </a:lnTo>
                  <a:lnTo>
                    <a:pt x="535733" y="1551782"/>
                  </a:lnTo>
                  <a:lnTo>
                    <a:pt x="546311" y="1563423"/>
                  </a:lnTo>
                  <a:lnTo>
                    <a:pt x="557417" y="1575065"/>
                  </a:lnTo>
                  <a:lnTo>
                    <a:pt x="568523" y="1586442"/>
                  </a:lnTo>
                  <a:lnTo>
                    <a:pt x="579893" y="1597555"/>
                  </a:lnTo>
                  <a:lnTo>
                    <a:pt x="591264" y="1608138"/>
                  </a:lnTo>
                  <a:lnTo>
                    <a:pt x="603163" y="1618457"/>
                  </a:lnTo>
                  <a:lnTo>
                    <a:pt x="615062" y="1628776"/>
                  </a:lnTo>
                  <a:lnTo>
                    <a:pt x="627490" y="1638830"/>
                  </a:lnTo>
                  <a:lnTo>
                    <a:pt x="639919" y="1648355"/>
                  </a:lnTo>
                  <a:lnTo>
                    <a:pt x="652347" y="1657615"/>
                  </a:lnTo>
                  <a:lnTo>
                    <a:pt x="665304" y="1666611"/>
                  </a:lnTo>
                  <a:lnTo>
                    <a:pt x="678261" y="1675342"/>
                  </a:lnTo>
                  <a:lnTo>
                    <a:pt x="691482" y="1683544"/>
                  </a:lnTo>
                  <a:lnTo>
                    <a:pt x="704968" y="1691482"/>
                  </a:lnTo>
                  <a:lnTo>
                    <a:pt x="718454" y="1699155"/>
                  </a:lnTo>
                  <a:lnTo>
                    <a:pt x="731940" y="1706828"/>
                  </a:lnTo>
                  <a:lnTo>
                    <a:pt x="745690" y="1713707"/>
                  </a:lnTo>
                  <a:lnTo>
                    <a:pt x="759441" y="1720057"/>
                  </a:lnTo>
                  <a:lnTo>
                    <a:pt x="773455" y="1726671"/>
                  </a:lnTo>
                  <a:lnTo>
                    <a:pt x="787734" y="1732492"/>
                  </a:lnTo>
                  <a:lnTo>
                    <a:pt x="801749" y="1738313"/>
                  </a:lnTo>
                  <a:lnTo>
                    <a:pt x="816293" y="1743605"/>
                  </a:lnTo>
                  <a:lnTo>
                    <a:pt x="830836" y="1748632"/>
                  </a:lnTo>
                  <a:lnTo>
                    <a:pt x="845380" y="1753130"/>
                  </a:lnTo>
                  <a:lnTo>
                    <a:pt x="859924" y="1757363"/>
                  </a:lnTo>
                  <a:lnTo>
                    <a:pt x="874732" y="1761067"/>
                  </a:lnTo>
                  <a:lnTo>
                    <a:pt x="889275" y="1764771"/>
                  </a:lnTo>
                  <a:lnTo>
                    <a:pt x="904348" y="1767946"/>
                  </a:lnTo>
                  <a:lnTo>
                    <a:pt x="918891" y="1770328"/>
                  </a:lnTo>
                  <a:lnTo>
                    <a:pt x="933699" y="1772709"/>
                  </a:lnTo>
                  <a:lnTo>
                    <a:pt x="948507" y="1774561"/>
                  </a:lnTo>
                  <a:lnTo>
                    <a:pt x="963580" y="1776413"/>
                  </a:lnTo>
                  <a:lnTo>
                    <a:pt x="978388" y="1777471"/>
                  </a:lnTo>
                  <a:lnTo>
                    <a:pt x="993196" y="1778265"/>
                  </a:lnTo>
                  <a:lnTo>
                    <a:pt x="1008268" y="1778530"/>
                  </a:lnTo>
                  <a:lnTo>
                    <a:pt x="1023341" y="1778530"/>
                  </a:lnTo>
                  <a:lnTo>
                    <a:pt x="1038149" y="1778265"/>
                  </a:lnTo>
                  <a:lnTo>
                    <a:pt x="1052957" y="1777471"/>
                  </a:lnTo>
                  <a:lnTo>
                    <a:pt x="1067765" y="1776149"/>
                  </a:lnTo>
                  <a:lnTo>
                    <a:pt x="1083102" y="1774296"/>
                  </a:lnTo>
                  <a:lnTo>
                    <a:pt x="1097910" y="1772444"/>
                  </a:lnTo>
                  <a:lnTo>
                    <a:pt x="1112718" y="1769799"/>
                  </a:lnTo>
                  <a:lnTo>
                    <a:pt x="1127262" y="1767153"/>
                  </a:lnTo>
                  <a:lnTo>
                    <a:pt x="1142070" y="1763713"/>
                  </a:lnTo>
                  <a:lnTo>
                    <a:pt x="1156349" y="1760273"/>
                  </a:lnTo>
                  <a:lnTo>
                    <a:pt x="1170364" y="1756040"/>
                  </a:lnTo>
                  <a:lnTo>
                    <a:pt x="1184114" y="1751807"/>
                  </a:lnTo>
                  <a:lnTo>
                    <a:pt x="1197600" y="1747044"/>
                  </a:lnTo>
                  <a:lnTo>
                    <a:pt x="1210821" y="1742017"/>
                  </a:lnTo>
                  <a:lnTo>
                    <a:pt x="1224043" y="1736726"/>
                  </a:lnTo>
                  <a:lnTo>
                    <a:pt x="1236735" y="1731169"/>
                  </a:lnTo>
                  <a:lnTo>
                    <a:pt x="1249428" y="1725084"/>
                  </a:lnTo>
                  <a:lnTo>
                    <a:pt x="1261856" y="1718734"/>
                  </a:lnTo>
                  <a:lnTo>
                    <a:pt x="1274020" y="1712119"/>
                  </a:lnTo>
                  <a:lnTo>
                    <a:pt x="1285655" y="1704976"/>
                  </a:lnTo>
                  <a:lnTo>
                    <a:pt x="1297554" y="1697832"/>
                  </a:lnTo>
                  <a:lnTo>
                    <a:pt x="1308660" y="1690423"/>
                  </a:lnTo>
                  <a:lnTo>
                    <a:pt x="1320031" y="1682486"/>
                  </a:lnTo>
                  <a:lnTo>
                    <a:pt x="1330608" y="1674284"/>
                  </a:lnTo>
                  <a:lnTo>
                    <a:pt x="1340920" y="1666082"/>
                  </a:lnTo>
                  <a:lnTo>
                    <a:pt x="1350969" y="1657615"/>
                  </a:lnTo>
                  <a:lnTo>
                    <a:pt x="1361017" y="1648884"/>
                  </a:lnTo>
                  <a:lnTo>
                    <a:pt x="1370801" y="1639888"/>
                  </a:lnTo>
                  <a:lnTo>
                    <a:pt x="1380056" y="1630628"/>
                  </a:lnTo>
                  <a:lnTo>
                    <a:pt x="1389047" y="1621103"/>
                  </a:lnTo>
                  <a:lnTo>
                    <a:pt x="1398037" y="1611313"/>
                  </a:lnTo>
                  <a:lnTo>
                    <a:pt x="1406499" y="1601259"/>
                  </a:lnTo>
                  <a:lnTo>
                    <a:pt x="1414696" y="1590940"/>
                  </a:lnTo>
                  <a:lnTo>
                    <a:pt x="1422629" y="1580621"/>
                  </a:lnTo>
                  <a:lnTo>
                    <a:pt x="1430562" y="1570303"/>
                  </a:lnTo>
                  <a:lnTo>
                    <a:pt x="1437702" y="1559190"/>
                  </a:lnTo>
                  <a:lnTo>
                    <a:pt x="1445106" y="1548342"/>
                  </a:lnTo>
                  <a:lnTo>
                    <a:pt x="1451716" y="1536965"/>
                  </a:lnTo>
                  <a:lnTo>
                    <a:pt x="1458591" y="1525853"/>
                  </a:lnTo>
                  <a:lnTo>
                    <a:pt x="1464673" y="1514211"/>
                  </a:lnTo>
                  <a:lnTo>
                    <a:pt x="1470755" y="1502834"/>
                  </a:lnTo>
                  <a:lnTo>
                    <a:pt x="1476308" y="1490928"/>
                  </a:lnTo>
                  <a:lnTo>
                    <a:pt x="1481597" y="1479286"/>
                  </a:lnTo>
                  <a:lnTo>
                    <a:pt x="1486621" y="1467115"/>
                  </a:lnTo>
                  <a:lnTo>
                    <a:pt x="1491381" y="1454680"/>
                  </a:lnTo>
                  <a:lnTo>
                    <a:pt x="1495876" y="1442773"/>
                  </a:lnTo>
                  <a:lnTo>
                    <a:pt x="1500107" y="1430073"/>
                  </a:lnTo>
                  <a:lnTo>
                    <a:pt x="1503809" y="1417373"/>
                  </a:lnTo>
                  <a:lnTo>
                    <a:pt x="1507511" y="1404673"/>
                  </a:lnTo>
                  <a:lnTo>
                    <a:pt x="1510420" y="1391973"/>
                  </a:lnTo>
                  <a:lnTo>
                    <a:pt x="1513593" y="1379009"/>
                  </a:lnTo>
                  <a:lnTo>
                    <a:pt x="1516237" y="1366044"/>
                  </a:lnTo>
                  <a:lnTo>
                    <a:pt x="1518617" y="1352815"/>
                  </a:lnTo>
                  <a:lnTo>
                    <a:pt x="1520732" y="1339586"/>
                  </a:lnTo>
                  <a:lnTo>
                    <a:pt x="1522319" y="1326092"/>
                  </a:lnTo>
                  <a:lnTo>
                    <a:pt x="1523641" y="1312598"/>
                  </a:lnTo>
                  <a:lnTo>
                    <a:pt x="1524434" y="1299105"/>
                  </a:lnTo>
                  <a:lnTo>
                    <a:pt x="1525492" y="1285611"/>
                  </a:lnTo>
                  <a:lnTo>
                    <a:pt x="1526021" y="1272117"/>
                  </a:lnTo>
                  <a:lnTo>
                    <a:pt x="1526021" y="1258623"/>
                  </a:lnTo>
                  <a:lnTo>
                    <a:pt x="1525757" y="1244865"/>
                  </a:lnTo>
                  <a:lnTo>
                    <a:pt x="1525228" y="1231107"/>
                  </a:lnTo>
                  <a:lnTo>
                    <a:pt x="1524170" y="1217348"/>
                  </a:lnTo>
                  <a:lnTo>
                    <a:pt x="1523112" y="1203325"/>
                  </a:lnTo>
                  <a:lnTo>
                    <a:pt x="1521790" y="1189302"/>
                  </a:lnTo>
                  <a:lnTo>
                    <a:pt x="1519675" y="1175544"/>
                  </a:lnTo>
                  <a:lnTo>
                    <a:pt x="1517559" y="1161521"/>
                  </a:lnTo>
                  <a:lnTo>
                    <a:pt x="1514915" y="1147498"/>
                  </a:lnTo>
                  <a:lnTo>
                    <a:pt x="1512271" y="1133211"/>
                  </a:lnTo>
                  <a:lnTo>
                    <a:pt x="1509097" y="1119188"/>
                  </a:lnTo>
                  <a:lnTo>
                    <a:pt x="1505395" y="1104900"/>
                  </a:lnTo>
                  <a:lnTo>
                    <a:pt x="1501429" y="1090877"/>
                  </a:lnTo>
                  <a:lnTo>
                    <a:pt x="1497198" y="1076855"/>
                  </a:lnTo>
                  <a:lnTo>
                    <a:pt x="1492703" y="1063096"/>
                  </a:lnTo>
                  <a:lnTo>
                    <a:pt x="1487943" y="1049338"/>
                  </a:lnTo>
                  <a:lnTo>
                    <a:pt x="1482919" y="1035580"/>
                  </a:lnTo>
                  <a:lnTo>
                    <a:pt x="1477630" y="1022350"/>
                  </a:lnTo>
                  <a:lnTo>
                    <a:pt x="1472077" y="1008857"/>
                  </a:lnTo>
                  <a:lnTo>
                    <a:pt x="1466260" y="995892"/>
                  </a:lnTo>
                  <a:lnTo>
                    <a:pt x="1460178" y="982927"/>
                  </a:lnTo>
                  <a:lnTo>
                    <a:pt x="1453832" y="969963"/>
                  </a:lnTo>
                  <a:lnTo>
                    <a:pt x="1446957" y="957527"/>
                  </a:lnTo>
                  <a:lnTo>
                    <a:pt x="1440346" y="945092"/>
                  </a:lnTo>
                  <a:lnTo>
                    <a:pt x="1432942" y="932657"/>
                  </a:lnTo>
                  <a:lnTo>
                    <a:pt x="1425802" y="920486"/>
                  </a:lnTo>
                  <a:lnTo>
                    <a:pt x="1418134" y="908844"/>
                  </a:lnTo>
                  <a:lnTo>
                    <a:pt x="1410201" y="896938"/>
                  </a:lnTo>
                  <a:lnTo>
                    <a:pt x="1402268" y="885561"/>
                  </a:lnTo>
                  <a:lnTo>
                    <a:pt x="1398566" y="880534"/>
                  </a:lnTo>
                  <a:lnTo>
                    <a:pt x="1394335" y="875242"/>
                  </a:lnTo>
                  <a:lnTo>
                    <a:pt x="1386402" y="864923"/>
                  </a:lnTo>
                  <a:lnTo>
                    <a:pt x="1572032" y="679450"/>
                  </a:lnTo>
                  <a:lnTo>
                    <a:pt x="1584724" y="694531"/>
                  </a:lnTo>
                  <a:lnTo>
                    <a:pt x="1596624" y="709877"/>
                  </a:lnTo>
                  <a:lnTo>
                    <a:pt x="1608787" y="725752"/>
                  </a:lnTo>
                  <a:lnTo>
                    <a:pt x="1620422" y="741627"/>
                  </a:lnTo>
                  <a:lnTo>
                    <a:pt x="1632850" y="759090"/>
                  </a:lnTo>
                  <a:lnTo>
                    <a:pt x="1644750" y="776817"/>
                  </a:lnTo>
                  <a:lnTo>
                    <a:pt x="1656120" y="794809"/>
                  </a:lnTo>
                  <a:lnTo>
                    <a:pt x="1667755" y="812800"/>
                  </a:lnTo>
                  <a:lnTo>
                    <a:pt x="1678332" y="831321"/>
                  </a:lnTo>
                  <a:lnTo>
                    <a:pt x="1688909" y="850107"/>
                  </a:lnTo>
                  <a:lnTo>
                    <a:pt x="1699222" y="869157"/>
                  </a:lnTo>
                  <a:lnTo>
                    <a:pt x="1709006" y="888207"/>
                  </a:lnTo>
                  <a:lnTo>
                    <a:pt x="1718525" y="908050"/>
                  </a:lnTo>
                  <a:lnTo>
                    <a:pt x="1727781" y="927629"/>
                  </a:lnTo>
                  <a:lnTo>
                    <a:pt x="1736507" y="947473"/>
                  </a:lnTo>
                  <a:lnTo>
                    <a:pt x="1744704" y="967846"/>
                  </a:lnTo>
                  <a:lnTo>
                    <a:pt x="1752373" y="988219"/>
                  </a:lnTo>
                  <a:lnTo>
                    <a:pt x="1760041" y="1009121"/>
                  </a:lnTo>
                  <a:lnTo>
                    <a:pt x="1767181" y="1030023"/>
                  </a:lnTo>
                  <a:lnTo>
                    <a:pt x="1773792" y="1051190"/>
                  </a:lnTo>
                  <a:lnTo>
                    <a:pt x="1779873" y="1072886"/>
                  </a:lnTo>
                  <a:lnTo>
                    <a:pt x="1785955" y="1094052"/>
                  </a:lnTo>
                  <a:lnTo>
                    <a:pt x="1790979" y="1115748"/>
                  </a:lnTo>
                  <a:lnTo>
                    <a:pt x="1795739" y="1137180"/>
                  </a:lnTo>
                  <a:lnTo>
                    <a:pt x="1799970" y="1158611"/>
                  </a:lnTo>
                  <a:lnTo>
                    <a:pt x="1803936" y="1179777"/>
                  </a:lnTo>
                  <a:lnTo>
                    <a:pt x="1806845" y="1201209"/>
                  </a:lnTo>
                  <a:lnTo>
                    <a:pt x="1809754" y="1222640"/>
                  </a:lnTo>
                  <a:lnTo>
                    <a:pt x="1811869" y="1243542"/>
                  </a:lnTo>
                  <a:lnTo>
                    <a:pt x="1813985" y="1264709"/>
                  </a:lnTo>
                  <a:lnTo>
                    <a:pt x="1815042" y="1285611"/>
                  </a:lnTo>
                  <a:lnTo>
                    <a:pt x="1815836" y="1306778"/>
                  </a:lnTo>
                  <a:lnTo>
                    <a:pt x="1816100" y="1327680"/>
                  </a:lnTo>
                  <a:lnTo>
                    <a:pt x="1816100" y="1348317"/>
                  </a:lnTo>
                  <a:lnTo>
                    <a:pt x="1815571" y="1369219"/>
                  </a:lnTo>
                  <a:lnTo>
                    <a:pt x="1814514" y="1389592"/>
                  </a:lnTo>
                  <a:lnTo>
                    <a:pt x="1812927" y="1410494"/>
                  </a:lnTo>
                  <a:lnTo>
                    <a:pt x="1810812" y="1431132"/>
                  </a:lnTo>
                  <a:lnTo>
                    <a:pt x="1808432" y="1451769"/>
                  </a:lnTo>
                  <a:lnTo>
                    <a:pt x="1805523" y="1472142"/>
                  </a:lnTo>
                  <a:lnTo>
                    <a:pt x="1801821" y="1492515"/>
                  </a:lnTo>
                  <a:lnTo>
                    <a:pt x="1797855" y="1512623"/>
                  </a:lnTo>
                  <a:lnTo>
                    <a:pt x="1793359" y="1532467"/>
                  </a:lnTo>
                  <a:lnTo>
                    <a:pt x="1788600" y="1552576"/>
                  </a:lnTo>
                  <a:lnTo>
                    <a:pt x="1783311" y="1572155"/>
                  </a:lnTo>
                  <a:lnTo>
                    <a:pt x="1777758" y="1591469"/>
                  </a:lnTo>
                  <a:lnTo>
                    <a:pt x="1771147" y="1611048"/>
                  </a:lnTo>
                  <a:lnTo>
                    <a:pt x="1764801" y="1630098"/>
                  </a:lnTo>
                  <a:lnTo>
                    <a:pt x="1757397" y="1648884"/>
                  </a:lnTo>
                  <a:lnTo>
                    <a:pt x="1749993" y="1667669"/>
                  </a:lnTo>
                  <a:lnTo>
                    <a:pt x="1741796" y="1685926"/>
                  </a:lnTo>
                  <a:lnTo>
                    <a:pt x="1733334" y="1704182"/>
                  </a:lnTo>
                  <a:lnTo>
                    <a:pt x="1724343" y="1722703"/>
                  </a:lnTo>
                  <a:lnTo>
                    <a:pt x="1714559" y="1740694"/>
                  </a:lnTo>
                  <a:lnTo>
                    <a:pt x="1704775" y="1758686"/>
                  </a:lnTo>
                  <a:lnTo>
                    <a:pt x="1694198" y="1776413"/>
                  </a:lnTo>
                  <a:lnTo>
                    <a:pt x="1683092" y="1793876"/>
                  </a:lnTo>
                  <a:lnTo>
                    <a:pt x="1671721" y="1810544"/>
                  </a:lnTo>
                  <a:lnTo>
                    <a:pt x="1659822" y="1827478"/>
                  </a:lnTo>
                  <a:lnTo>
                    <a:pt x="1647394" y="1844146"/>
                  </a:lnTo>
                  <a:lnTo>
                    <a:pt x="1634966" y="1860021"/>
                  </a:lnTo>
                  <a:lnTo>
                    <a:pt x="1621744" y="1875896"/>
                  </a:lnTo>
                  <a:lnTo>
                    <a:pt x="1608258" y="1891242"/>
                  </a:lnTo>
                  <a:lnTo>
                    <a:pt x="1594244" y="1906324"/>
                  </a:lnTo>
                  <a:lnTo>
                    <a:pt x="1579436" y="1921140"/>
                  </a:lnTo>
                  <a:lnTo>
                    <a:pt x="1564628" y="1935692"/>
                  </a:lnTo>
                  <a:lnTo>
                    <a:pt x="1549291" y="1949715"/>
                  </a:lnTo>
                  <a:lnTo>
                    <a:pt x="1533425" y="1963209"/>
                  </a:lnTo>
                  <a:lnTo>
                    <a:pt x="1517030" y="1976703"/>
                  </a:lnTo>
                  <a:lnTo>
                    <a:pt x="1500107" y="1989667"/>
                  </a:lnTo>
                  <a:lnTo>
                    <a:pt x="1482390" y="2002367"/>
                  </a:lnTo>
                  <a:lnTo>
                    <a:pt x="1464673" y="2014803"/>
                  </a:lnTo>
                  <a:lnTo>
                    <a:pt x="1446428" y="2026709"/>
                  </a:lnTo>
                  <a:lnTo>
                    <a:pt x="1427653" y="2037821"/>
                  </a:lnTo>
                  <a:lnTo>
                    <a:pt x="1408614" y="2048669"/>
                  </a:lnTo>
                  <a:lnTo>
                    <a:pt x="1389047" y="2059253"/>
                  </a:lnTo>
                  <a:lnTo>
                    <a:pt x="1368950" y="2069042"/>
                  </a:lnTo>
                  <a:lnTo>
                    <a:pt x="1348589" y="2078303"/>
                  </a:lnTo>
                  <a:lnTo>
                    <a:pt x="1327699" y="2087034"/>
                  </a:lnTo>
                  <a:lnTo>
                    <a:pt x="1306809" y="2095501"/>
                  </a:lnTo>
                  <a:lnTo>
                    <a:pt x="1285126" y="2102909"/>
                  </a:lnTo>
                  <a:lnTo>
                    <a:pt x="1263178" y="2110317"/>
                  </a:lnTo>
                  <a:lnTo>
                    <a:pt x="1240966" y="2116667"/>
                  </a:lnTo>
                  <a:lnTo>
                    <a:pt x="1218225" y="2123017"/>
                  </a:lnTo>
                  <a:lnTo>
                    <a:pt x="1206590" y="2125663"/>
                  </a:lnTo>
                  <a:lnTo>
                    <a:pt x="1194691" y="2128309"/>
                  </a:lnTo>
                  <a:lnTo>
                    <a:pt x="1183056" y="2130690"/>
                  </a:lnTo>
                  <a:lnTo>
                    <a:pt x="1171157" y="2133072"/>
                  </a:lnTo>
                  <a:lnTo>
                    <a:pt x="1159258" y="2135188"/>
                  </a:lnTo>
                  <a:lnTo>
                    <a:pt x="1147358" y="2137305"/>
                  </a:lnTo>
                  <a:lnTo>
                    <a:pt x="1135459" y="2139157"/>
                  </a:lnTo>
                  <a:lnTo>
                    <a:pt x="1123824" y="2141009"/>
                  </a:lnTo>
                  <a:lnTo>
                    <a:pt x="1111660" y="2142332"/>
                  </a:lnTo>
                  <a:lnTo>
                    <a:pt x="1099761" y="2143390"/>
                  </a:lnTo>
                  <a:lnTo>
                    <a:pt x="1075962" y="2145772"/>
                  </a:lnTo>
                  <a:lnTo>
                    <a:pt x="1052164" y="2147094"/>
                  </a:lnTo>
                  <a:lnTo>
                    <a:pt x="1028365" y="2147888"/>
                  </a:lnTo>
                  <a:lnTo>
                    <a:pt x="1004038" y="2147888"/>
                  </a:lnTo>
                  <a:lnTo>
                    <a:pt x="980239" y="2147359"/>
                  </a:lnTo>
                  <a:lnTo>
                    <a:pt x="956440" y="2146301"/>
                  </a:lnTo>
                  <a:lnTo>
                    <a:pt x="932642" y="2144449"/>
                  </a:lnTo>
                  <a:lnTo>
                    <a:pt x="908843" y="2142067"/>
                  </a:lnTo>
                  <a:lnTo>
                    <a:pt x="884780" y="2138892"/>
                  </a:lnTo>
                  <a:lnTo>
                    <a:pt x="860981" y="2135188"/>
                  </a:lnTo>
                  <a:lnTo>
                    <a:pt x="837183" y="2130690"/>
                  </a:lnTo>
                  <a:lnTo>
                    <a:pt x="813384" y="2125663"/>
                  </a:lnTo>
                  <a:lnTo>
                    <a:pt x="789057" y="2120107"/>
                  </a:lnTo>
                  <a:lnTo>
                    <a:pt x="765522" y="2114022"/>
                  </a:lnTo>
                  <a:lnTo>
                    <a:pt x="741724" y="2106878"/>
                  </a:lnTo>
                  <a:lnTo>
                    <a:pt x="718190" y="2099734"/>
                  </a:lnTo>
                  <a:lnTo>
                    <a:pt x="694920" y="2091532"/>
                  </a:lnTo>
                  <a:lnTo>
                    <a:pt x="671650" y="2082801"/>
                  </a:lnTo>
                  <a:lnTo>
                    <a:pt x="648645" y="2073276"/>
                  </a:lnTo>
                  <a:lnTo>
                    <a:pt x="625904" y="2063486"/>
                  </a:lnTo>
                  <a:lnTo>
                    <a:pt x="603163" y="2052903"/>
                  </a:lnTo>
                  <a:lnTo>
                    <a:pt x="580686" y="2042055"/>
                  </a:lnTo>
                  <a:lnTo>
                    <a:pt x="558474" y="2030149"/>
                  </a:lnTo>
                  <a:lnTo>
                    <a:pt x="536527" y="2018242"/>
                  </a:lnTo>
                  <a:lnTo>
                    <a:pt x="514844" y="2005542"/>
                  </a:lnTo>
                  <a:lnTo>
                    <a:pt x="493425" y="1992313"/>
                  </a:lnTo>
                  <a:lnTo>
                    <a:pt x="472270" y="1978555"/>
                  </a:lnTo>
                  <a:lnTo>
                    <a:pt x="451116" y="1964003"/>
                  </a:lnTo>
                  <a:lnTo>
                    <a:pt x="430491" y="1949186"/>
                  </a:lnTo>
                  <a:lnTo>
                    <a:pt x="410130" y="1933576"/>
                  </a:lnTo>
                  <a:lnTo>
                    <a:pt x="390033" y="1917701"/>
                  </a:lnTo>
                  <a:lnTo>
                    <a:pt x="370465" y="1901296"/>
                  </a:lnTo>
                  <a:lnTo>
                    <a:pt x="351162" y="1884099"/>
                  </a:lnTo>
                  <a:lnTo>
                    <a:pt x="332123" y="1867165"/>
                  </a:lnTo>
                  <a:lnTo>
                    <a:pt x="313613" y="1849174"/>
                  </a:lnTo>
                  <a:lnTo>
                    <a:pt x="295632" y="1830917"/>
                  </a:lnTo>
                  <a:lnTo>
                    <a:pt x="278179" y="1812132"/>
                  </a:lnTo>
                  <a:lnTo>
                    <a:pt x="260727" y="1792553"/>
                  </a:lnTo>
                  <a:lnTo>
                    <a:pt x="243804" y="1772974"/>
                  </a:lnTo>
                  <a:lnTo>
                    <a:pt x="227409" y="1753130"/>
                  </a:lnTo>
                  <a:lnTo>
                    <a:pt x="211543" y="1732492"/>
                  </a:lnTo>
                  <a:lnTo>
                    <a:pt x="196206" y="1711590"/>
                  </a:lnTo>
                  <a:lnTo>
                    <a:pt x="181134" y="1690159"/>
                  </a:lnTo>
                  <a:lnTo>
                    <a:pt x="166590" y="1668463"/>
                  </a:lnTo>
                  <a:lnTo>
                    <a:pt x="152840" y="1646503"/>
                  </a:lnTo>
                  <a:lnTo>
                    <a:pt x="139354" y="1624542"/>
                  </a:lnTo>
                  <a:lnTo>
                    <a:pt x="126397" y="1601788"/>
                  </a:lnTo>
                  <a:lnTo>
                    <a:pt x="114498" y="1578505"/>
                  </a:lnTo>
                  <a:lnTo>
                    <a:pt x="102598" y="1555221"/>
                  </a:lnTo>
                  <a:lnTo>
                    <a:pt x="91492" y="1531673"/>
                  </a:lnTo>
                  <a:lnTo>
                    <a:pt x="80915" y="1507861"/>
                  </a:lnTo>
                  <a:lnTo>
                    <a:pt x="70867" y="1483784"/>
                  </a:lnTo>
                  <a:lnTo>
                    <a:pt x="61612" y="1458913"/>
                  </a:lnTo>
                  <a:lnTo>
                    <a:pt x="57117" y="1446742"/>
                  </a:lnTo>
                  <a:lnTo>
                    <a:pt x="52886" y="1434307"/>
                  </a:lnTo>
                  <a:lnTo>
                    <a:pt x="48655" y="1421871"/>
                  </a:lnTo>
                  <a:lnTo>
                    <a:pt x="44688" y="1409171"/>
                  </a:lnTo>
                  <a:lnTo>
                    <a:pt x="40986" y="1396736"/>
                  </a:lnTo>
                  <a:lnTo>
                    <a:pt x="37284" y="1384036"/>
                  </a:lnTo>
                  <a:lnTo>
                    <a:pt x="33582" y="1371071"/>
                  </a:lnTo>
                  <a:lnTo>
                    <a:pt x="30409" y="1358371"/>
                  </a:lnTo>
                  <a:lnTo>
                    <a:pt x="27236" y="1345407"/>
                  </a:lnTo>
                  <a:lnTo>
                    <a:pt x="24063" y="1332707"/>
                  </a:lnTo>
                  <a:lnTo>
                    <a:pt x="21154" y="1319742"/>
                  </a:lnTo>
                  <a:lnTo>
                    <a:pt x="18774" y="1306513"/>
                  </a:lnTo>
                  <a:lnTo>
                    <a:pt x="16130" y="1293548"/>
                  </a:lnTo>
                  <a:lnTo>
                    <a:pt x="14015" y="1280848"/>
                  </a:lnTo>
                  <a:lnTo>
                    <a:pt x="11635" y="1268148"/>
                  </a:lnTo>
                  <a:lnTo>
                    <a:pt x="9784" y="1255448"/>
                  </a:lnTo>
                  <a:lnTo>
                    <a:pt x="7933" y="1242484"/>
                  </a:lnTo>
                  <a:lnTo>
                    <a:pt x="6346" y="1229784"/>
                  </a:lnTo>
                  <a:lnTo>
                    <a:pt x="3702" y="1204648"/>
                  </a:lnTo>
                  <a:lnTo>
                    <a:pt x="1851" y="1179248"/>
                  </a:lnTo>
                  <a:lnTo>
                    <a:pt x="529" y="1154642"/>
                  </a:lnTo>
                  <a:lnTo>
                    <a:pt x="0" y="1129507"/>
                  </a:lnTo>
                  <a:lnTo>
                    <a:pt x="0" y="1105165"/>
                  </a:lnTo>
                  <a:lnTo>
                    <a:pt x="793" y="1080823"/>
                  </a:lnTo>
                  <a:lnTo>
                    <a:pt x="1851" y="1056217"/>
                  </a:lnTo>
                  <a:lnTo>
                    <a:pt x="4231" y="1032405"/>
                  </a:lnTo>
                  <a:lnTo>
                    <a:pt x="6611" y="1008592"/>
                  </a:lnTo>
                  <a:lnTo>
                    <a:pt x="9784" y="985044"/>
                  </a:lnTo>
                  <a:lnTo>
                    <a:pt x="13750" y="961496"/>
                  </a:lnTo>
                  <a:lnTo>
                    <a:pt x="18245" y="938477"/>
                  </a:lnTo>
                  <a:lnTo>
                    <a:pt x="23270" y="915723"/>
                  </a:lnTo>
                  <a:lnTo>
                    <a:pt x="28823" y="894027"/>
                  </a:lnTo>
                  <a:lnTo>
                    <a:pt x="34905" y="872067"/>
                  </a:lnTo>
                  <a:lnTo>
                    <a:pt x="41515" y="850636"/>
                  </a:lnTo>
                  <a:lnTo>
                    <a:pt x="48655" y="829734"/>
                  </a:lnTo>
                  <a:lnTo>
                    <a:pt x="56323" y="808567"/>
                  </a:lnTo>
                  <a:lnTo>
                    <a:pt x="64785" y="787929"/>
                  </a:lnTo>
                  <a:lnTo>
                    <a:pt x="73511" y="767821"/>
                  </a:lnTo>
                  <a:lnTo>
                    <a:pt x="82766" y="747977"/>
                  </a:lnTo>
                  <a:lnTo>
                    <a:pt x="92550" y="728398"/>
                  </a:lnTo>
                  <a:lnTo>
                    <a:pt x="102598" y="709084"/>
                  </a:lnTo>
                  <a:lnTo>
                    <a:pt x="113704" y="690298"/>
                  </a:lnTo>
                  <a:lnTo>
                    <a:pt x="124810" y="671777"/>
                  </a:lnTo>
                  <a:lnTo>
                    <a:pt x="136181" y="653521"/>
                  </a:lnTo>
                  <a:lnTo>
                    <a:pt x="148345" y="635794"/>
                  </a:lnTo>
                  <a:lnTo>
                    <a:pt x="161037" y="618331"/>
                  </a:lnTo>
                  <a:lnTo>
                    <a:pt x="174259" y="601398"/>
                  </a:lnTo>
                  <a:lnTo>
                    <a:pt x="187480" y="585259"/>
                  </a:lnTo>
                  <a:lnTo>
                    <a:pt x="200966" y="569384"/>
                  </a:lnTo>
                  <a:lnTo>
                    <a:pt x="214981" y="553773"/>
                  </a:lnTo>
                  <a:lnTo>
                    <a:pt x="229260" y="538956"/>
                  </a:lnTo>
                  <a:lnTo>
                    <a:pt x="243804" y="524404"/>
                  </a:lnTo>
                  <a:lnTo>
                    <a:pt x="258876" y="510117"/>
                  </a:lnTo>
                  <a:lnTo>
                    <a:pt x="274477" y="496359"/>
                  </a:lnTo>
                  <a:lnTo>
                    <a:pt x="290343" y="483129"/>
                  </a:lnTo>
                  <a:lnTo>
                    <a:pt x="306738" y="470165"/>
                  </a:lnTo>
                  <a:lnTo>
                    <a:pt x="323132" y="457465"/>
                  </a:lnTo>
                  <a:lnTo>
                    <a:pt x="340056" y="445294"/>
                  </a:lnTo>
                  <a:lnTo>
                    <a:pt x="357508" y="433917"/>
                  </a:lnTo>
                  <a:lnTo>
                    <a:pt x="374961" y="422540"/>
                  </a:lnTo>
                  <a:lnTo>
                    <a:pt x="392942" y="411956"/>
                  </a:lnTo>
                  <a:lnTo>
                    <a:pt x="411187" y="401902"/>
                  </a:lnTo>
                  <a:lnTo>
                    <a:pt x="429697" y="392113"/>
                  </a:lnTo>
                  <a:lnTo>
                    <a:pt x="447943" y="383117"/>
                  </a:lnTo>
                  <a:lnTo>
                    <a:pt x="466717" y="374386"/>
                  </a:lnTo>
                  <a:lnTo>
                    <a:pt x="485492" y="366183"/>
                  </a:lnTo>
                  <a:lnTo>
                    <a:pt x="504795" y="358511"/>
                  </a:lnTo>
                  <a:lnTo>
                    <a:pt x="524099" y="351631"/>
                  </a:lnTo>
                  <a:lnTo>
                    <a:pt x="543931" y="344752"/>
                  </a:lnTo>
                  <a:lnTo>
                    <a:pt x="564027" y="338667"/>
                  </a:lnTo>
                  <a:lnTo>
                    <a:pt x="584388" y="333111"/>
                  </a:lnTo>
                  <a:lnTo>
                    <a:pt x="604749" y="327819"/>
                  </a:lnTo>
                  <a:lnTo>
                    <a:pt x="625639" y="323321"/>
                  </a:lnTo>
                  <a:lnTo>
                    <a:pt x="646529" y="319088"/>
                  </a:lnTo>
                  <a:lnTo>
                    <a:pt x="667684" y="315383"/>
                  </a:lnTo>
                  <a:lnTo>
                    <a:pt x="689367" y="312208"/>
                  </a:lnTo>
                  <a:lnTo>
                    <a:pt x="710786" y="309563"/>
                  </a:lnTo>
                  <a:lnTo>
                    <a:pt x="732733" y="307446"/>
                  </a:lnTo>
                  <a:lnTo>
                    <a:pt x="754681" y="306123"/>
                  </a:lnTo>
                  <a:lnTo>
                    <a:pt x="776364" y="305065"/>
                  </a:lnTo>
                  <a:lnTo>
                    <a:pt x="797783" y="304800"/>
                  </a:lnTo>
                  <a:close/>
                  <a:moveTo>
                    <a:pt x="1971872" y="292100"/>
                  </a:moveTo>
                  <a:lnTo>
                    <a:pt x="2122487" y="334433"/>
                  </a:lnTo>
                  <a:lnTo>
                    <a:pt x="1869877" y="587375"/>
                  </a:lnTo>
                  <a:lnTo>
                    <a:pt x="1719262" y="545042"/>
                  </a:lnTo>
                  <a:lnTo>
                    <a:pt x="1971872" y="292100"/>
                  </a:lnTo>
                  <a:close/>
                  <a:moveTo>
                    <a:pt x="1898928" y="190500"/>
                  </a:moveTo>
                  <a:lnTo>
                    <a:pt x="1903425" y="190765"/>
                  </a:lnTo>
                  <a:lnTo>
                    <a:pt x="1907921" y="191560"/>
                  </a:lnTo>
                  <a:lnTo>
                    <a:pt x="1912418" y="192355"/>
                  </a:lnTo>
                  <a:lnTo>
                    <a:pt x="1916650" y="194209"/>
                  </a:lnTo>
                  <a:lnTo>
                    <a:pt x="1920882" y="196064"/>
                  </a:lnTo>
                  <a:lnTo>
                    <a:pt x="1925114" y="198183"/>
                  </a:lnTo>
                  <a:lnTo>
                    <a:pt x="1928818" y="201098"/>
                  </a:lnTo>
                  <a:lnTo>
                    <a:pt x="1932521" y="204542"/>
                  </a:lnTo>
                  <a:lnTo>
                    <a:pt x="1935695" y="208251"/>
                  </a:lnTo>
                  <a:lnTo>
                    <a:pt x="1938604" y="211696"/>
                  </a:lnTo>
                  <a:lnTo>
                    <a:pt x="1940985" y="215670"/>
                  </a:lnTo>
                  <a:lnTo>
                    <a:pt x="1942837" y="219909"/>
                  </a:lnTo>
                  <a:lnTo>
                    <a:pt x="1944159" y="224413"/>
                  </a:lnTo>
                  <a:lnTo>
                    <a:pt x="1945482" y="228917"/>
                  </a:lnTo>
                  <a:lnTo>
                    <a:pt x="1946011" y="233156"/>
                  </a:lnTo>
                  <a:lnTo>
                    <a:pt x="1946275" y="237925"/>
                  </a:lnTo>
                  <a:lnTo>
                    <a:pt x="1946011" y="242430"/>
                  </a:lnTo>
                  <a:lnTo>
                    <a:pt x="1945482" y="246934"/>
                  </a:lnTo>
                  <a:lnTo>
                    <a:pt x="1944159" y="251173"/>
                  </a:lnTo>
                  <a:lnTo>
                    <a:pt x="1942837" y="255677"/>
                  </a:lnTo>
                  <a:lnTo>
                    <a:pt x="1940985" y="259916"/>
                  </a:lnTo>
                  <a:lnTo>
                    <a:pt x="1938604" y="263890"/>
                  </a:lnTo>
                  <a:lnTo>
                    <a:pt x="1935695" y="267864"/>
                  </a:lnTo>
                  <a:lnTo>
                    <a:pt x="1932521" y="271044"/>
                  </a:lnTo>
                  <a:lnTo>
                    <a:pt x="1064661" y="1140336"/>
                  </a:lnTo>
                  <a:lnTo>
                    <a:pt x="1061222" y="1143515"/>
                  </a:lnTo>
                  <a:lnTo>
                    <a:pt x="1057255" y="1146430"/>
                  </a:lnTo>
                  <a:lnTo>
                    <a:pt x="1053287" y="1148814"/>
                  </a:lnTo>
                  <a:lnTo>
                    <a:pt x="1049055" y="1150934"/>
                  </a:lnTo>
                  <a:lnTo>
                    <a:pt x="1044558" y="1152259"/>
                  </a:lnTo>
                  <a:lnTo>
                    <a:pt x="1040326" y="1153318"/>
                  </a:lnTo>
                  <a:lnTo>
                    <a:pt x="1035829" y="1153848"/>
                  </a:lnTo>
                  <a:lnTo>
                    <a:pt x="1031597" y="1154113"/>
                  </a:lnTo>
                  <a:lnTo>
                    <a:pt x="1026571" y="1153848"/>
                  </a:lnTo>
                  <a:lnTo>
                    <a:pt x="1022075" y="1153318"/>
                  </a:lnTo>
                  <a:lnTo>
                    <a:pt x="1018107" y="1152259"/>
                  </a:lnTo>
                  <a:lnTo>
                    <a:pt x="1013610" y="1150934"/>
                  </a:lnTo>
                  <a:lnTo>
                    <a:pt x="1009378" y="1148814"/>
                  </a:lnTo>
                  <a:lnTo>
                    <a:pt x="1005411" y="1146430"/>
                  </a:lnTo>
                  <a:lnTo>
                    <a:pt x="1001443" y="1143515"/>
                  </a:lnTo>
                  <a:lnTo>
                    <a:pt x="998004" y="1140336"/>
                  </a:lnTo>
                  <a:lnTo>
                    <a:pt x="994566" y="1136892"/>
                  </a:lnTo>
                  <a:lnTo>
                    <a:pt x="991921" y="1132917"/>
                  </a:lnTo>
                  <a:lnTo>
                    <a:pt x="989540" y="1128943"/>
                  </a:lnTo>
                  <a:lnTo>
                    <a:pt x="987688" y="1124704"/>
                  </a:lnTo>
                  <a:lnTo>
                    <a:pt x="986101" y="1120465"/>
                  </a:lnTo>
                  <a:lnTo>
                    <a:pt x="985043" y="1115961"/>
                  </a:lnTo>
                  <a:lnTo>
                    <a:pt x="984250" y="1111457"/>
                  </a:lnTo>
                  <a:lnTo>
                    <a:pt x="984250" y="1106953"/>
                  </a:lnTo>
                  <a:lnTo>
                    <a:pt x="984250" y="1102448"/>
                  </a:lnTo>
                  <a:lnTo>
                    <a:pt x="985043" y="1097944"/>
                  </a:lnTo>
                  <a:lnTo>
                    <a:pt x="986101" y="1093440"/>
                  </a:lnTo>
                  <a:lnTo>
                    <a:pt x="987688" y="1089201"/>
                  </a:lnTo>
                  <a:lnTo>
                    <a:pt x="989540" y="1084962"/>
                  </a:lnTo>
                  <a:lnTo>
                    <a:pt x="991921" y="1080723"/>
                  </a:lnTo>
                  <a:lnTo>
                    <a:pt x="994566" y="1077278"/>
                  </a:lnTo>
                  <a:lnTo>
                    <a:pt x="998004" y="1073569"/>
                  </a:lnTo>
                  <a:lnTo>
                    <a:pt x="1865599" y="204542"/>
                  </a:lnTo>
                  <a:lnTo>
                    <a:pt x="1869303" y="201098"/>
                  </a:lnTo>
                  <a:lnTo>
                    <a:pt x="1873270" y="198183"/>
                  </a:lnTo>
                  <a:lnTo>
                    <a:pt x="1877238" y="196064"/>
                  </a:lnTo>
                  <a:lnTo>
                    <a:pt x="1881470" y="194209"/>
                  </a:lnTo>
                  <a:lnTo>
                    <a:pt x="1885438" y="192355"/>
                  </a:lnTo>
                  <a:lnTo>
                    <a:pt x="1889934" y="191560"/>
                  </a:lnTo>
                  <a:lnTo>
                    <a:pt x="1894431" y="190765"/>
                  </a:lnTo>
                  <a:lnTo>
                    <a:pt x="1898928" y="190500"/>
                  </a:lnTo>
                  <a:close/>
                  <a:moveTo>
                    <a:pt x="1813227" y="0"/>
                  </a:moveTo>
                  <a:lnTo>
                    <a:pt x="1855787" y="150615"/>
                  </a:lnTo>
                  <a:lnTo>
                    <a:pt x="1602807" y="403225"/>
                  </a:lnTo>
                  <a:lnTo>
                    <a:pt x="1560512" y="252610"/>
                  </a:lnTo>
                  <a:lnTo>
                    <a:pt x="1813227" y="0"/>
                  </a:ln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5" name="椭圆 4"/>
          <p:cNvSpPr/>
          <p:nvPr/>
        </p:nvSpPr>
        <p:spPr>
          <a:xfrm>
            <a:off x="-217805" y="-517525"/>
            <a:ext cx="1673225" cy="1673225"/>
          </a:xfrm>
          <a:prstGeom prst="ellipse">
            <a:avLst/>
          </a:prstGeom>
          <a:gradFill>
            <a:gsLst>
              <a:gs pos="0">
                <a:srgbClr val="7578B7">
                  <a:alpha val="8000"/>
                </a:srgbClr>
              </a:gs>
              <a:gs pos="100000">
                <a:srgbClr val="6366AD">
                  <a:alpha val="8000"/>
                </a:srgbClr>
              </a:gs>
            </a:gsLst>
            <a:lin ang="15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791210" y="375920"/>
            <a:ext cx="505460" cy="505460"/>
          </a:xfrm>
          <a:prstGeom prst="ellipse">
            <a:avLst/>
          </a:prstGeom>
          <a:gradFill>
            <a:gsLst>
              <a:gs pos="0">
                <a:srgbClr val="7578B7">
                  <a:alpha val="8000"/>
                </a:srgbClr>
              </a:gs>
              <a:gs pos="100000">
                <a:srgbClr val="6366AD"/>
              </a:gs>
            </a:gsLst>
            <a:lin ang="15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96670" y="494486"/>
            <a:ext cx="2515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  <a:cs typeface="+mn-ea"/>
                <a:sym typeface="+mn-lt"/>
              </a:rPr>
              <a:t>需求和目标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679440" y="6082665"/>
            <a:ext cx="1353185" cy="467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dirty="0">
                <a:solidFill>
                  <a:srgbClr val="6572A1">
                    <a:alpha val="54000"/>
                  </a:srgbClr>
                </a:solidFill>
                <a:cs typeface="+mn-ea"/>
                <a:sym typeface="+mn-lt"/>
              </a:rPr>
              <a:t>Part . 01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4B81C5F-A104-FD34-B6A0-3F6F0F87A813}"/>
              </a:ext>
            </a:extLst>
          </p:cNvPr>
          <p:cNvSpPr txBox="1"/>
          <p:nvPr/>
        </p:nvSpPr>
        <p:spPr>
          <a:xfrm>
            <a:off x="3238317" y="3223982"/>
            <a:ext cx="3566503" cy="1251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150"/>
              </a:spcBef>
              <a:spcAft>
                <a:spcPts val="150"/>
              </a:spcAft>
              <a:buFont typeface="Wingdings" panose="05000000000000000000" pitchFamily="2" charset="2"/>
              <a:buChar char="Ø"/>
            </a:pPr>
            <a:r>
              <a:rPr lang="zh-CN" altLang="en-US" b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需要一种</a:t>
            </a:r>
            <a:r>
              <a:rPr lang="zh-CN" altLang="en-US" b="1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可配置的、定制化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 </a:t>
            </a:r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DSL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zh-CN" altLang="en-US" b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来描述客服对话流程</a:t>
            </a:r>
          </a:p>
          <a:p>
            <a:pPr marL="285750" indent="-285750" algn="l">
              <a:spcBef>
                <a:spcPts val="150"/>
              </a:spcBef>
              <a:spcAft>
                <a:spcPts val="150"/>
              </a:spcAft>
              <a:buFont typeface="Wingdings" panose="05000000000000000000" pitchFamily="2" charset="2"/>
              <a:buChar char="Ø"/>
            </a:pPr>
            <a:r>
              <a:rPr lang="zh-CN" altLang="en-US" b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同时利用</a:t>
            </a:r>
            <a:r>
              <a:rPr lang="zh-CN" altLang="en-US" b="1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en-US" altLang="zh-CN" b="1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LLM 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进行意图识别，驱动脚本的解释执行</a:t>
            </a:r>
            <a:endParaRPr lang="zh-CN" altLang="en-US" b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4AB1790-DD53-840E-2095-037EDBE7530F}"/>
              </a:ext>
            </a:extLst>
          </p:cNvPr>
          <p:cNvSpPr txBox="1"/>
          <p:nvPr/>
        </p:nvSpPr>
        <p:spPr>
          <a:xfrm>
            <a:off x="7435859" y="4545568"/>
            <a:ext cx="620038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zh-CN" altLang="en-US" sz="20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设计一门面向客服机器人的 </a:t>
            </a:r>
            <a:r>
              <a:rPr lang="en-US" altLang="zh-CN" sz="20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DSL</a:t>
            </a:r>
            <a:r>
              <a:rPr lang="zh-CN" altLang="en-US" sz="20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endParaRPr lang="en-US" altLang="zh-CN" sz="2000" b="0" i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zh-CN" altLang="en-US" sz="20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实现解析器 </a:t>
            </a:r>
            <a:r>
              <a:rPr lang="en-US" altLang="zh-CN" sz="20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+ </a:t>
            </a:r>
            <a:r>
              <a:rPr lang="zh-CN" altLang="en-US" sz="20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解释器 </a:t>
            </a:r>
            <a:r>
              <a:rPr lang="en-US" altLang="zh-CN" sz="20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+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</a:t>
            </a:r>
            <a:r>
              <a:rPr lang="en-US" altLang="zh-CN" sz="20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0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数据库层</a:t>
            </a:r>
          </a:p>
          <a:p>
            <a:pPr marL="285750" indent="-2857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zh-CN" altLang="en-US" sz="20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集成</a:t>
            </a:r>
            <a:r>
              <a:rPr lang="en-US" altLang="zh-CN" sz="20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LLM</a:t>
            </a:r>
            <a:r>
              <a:rPr lang="zh-CN" altLang="en-US" sz="20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进行意图识别</a:t>
            </a:r>
          </a:p>
          <a:p>
            <a:pPr marL="285750" indent="-2857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zh-CN" altLang="en-US" sz="20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提供</a:t>
            </a:r>
            <a:r>
              <a:rPr lang="zh-CN" altLang="en-US" sz="200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完整自动测试</a:t>
            </a:r>
            <a:r>
              <a:rPr lang="zh-CN" altLang="en-US" sz="20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与脚本示例</a:t>
            </a:r>
            <a:endParaRPr lang="en-US" altLang="zh-CN" sz="2000" b="0" i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22D6DE1-FBF8-C24C-3C4F-BD88B36DFB5B}"/>
              </a:ext>
            </a:extLst>
          </p:cNvPr>
          <p:cNvSpPr txBox="1"/>
          <p:nvPr/>
        </p:nvSpPr>
        <p:spPr>
          <a:xfrm>
            <a:off x="499593" y="1639468"/>
            <a:ext cx="2729105" cy="111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lang="zh-CN" altLang="en-US" sz="2000" b="1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传统客服流程</a:t>
            </a:r>
            <a:r>
              <a:rPr lang="zh-CN" altLang="en-US" sz="20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en-US" altLang="zh-CN" sz="2000" b="0" i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r>
              <a:rPr lang="zh-CN" altLang="en-US" sz="20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规则杂乱、</a:t>
            </a:r>
            <a:endParaRPr lang="en-US" altLang="zh-CN" sz="2000" b="0" i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lang="zh-CN" altLang="en-US" sz="20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难以维护和复用</a:t>
            </a:r>
          </a:p>
        </p:txBody>
      </p:sp>
      <p:sp>
        <p:nvSpPr>
          <p:cNvPr id="16" name="Freeform 93">
            <a:extLst>
              <a:ext uri="{FF2B5EF4-FFF2-40B4-BE49-F238E27FC236}">
                <a16:creationId xmlns:a16="http://schemas.microsoft.com/office/drawing/2014/main" id="{4E8D3025-FA54-E39E-69D8-7AA50A2EB44A}"/>
              </a:ext>
            </a:extLst>
          </p:cNvPr>
          <p:cNvSpPr/>
          <p:nvPr/>
        </p:nvSpPr>
        <p:spPr bwMode="auto">
          <a:xfrm rot="7636391" flipH="1">
            <a:off x="2056094" y="1273721"/>
            <a:ext cx="1421572" cy="2269827"/>
          </a:xfrm>
          <a:custGeom>
            <a:avLst/>
            <a:gdLst>
              <a:gd name="T0" fmla="*/ 546 w 546"/>
              <a:gd name="T1" fmla="*/ 384 h 1212"/>
              <a:gd name="T2" fmla="*/ 418 w 546"/>
              <a:gd name="T3" fmla="*/ 384 h 1212"/>
              <a:gd name="T4" fmla="*/ 418 w 546"/>
              <a:gd name="T5" fmla="*/ 1202 h 1212"/>
              <a:gd name="T6" fmla="*/ 408 w 546"/>
              <a:gd name="T7" fmla="*/ 1212 h 1212"/>
              <a:gd name="T8" fmla="*/ 398 w 546"/>
              <a:gd name="T9" fmla="*/ 1202 h 1212"/>
              <a:gd name="T10" fmla="*/ 398 w 546"/>
              <a:gd name="T11" fmla="*/ 364 h 1212"/>
              <a:gd name="T12" fmla="*/ 507 w 546"/>
              <a:gd name="T13" fmla="*/ 364 h 1212"/>
              <a:gd name="T14" fmla="*/ 273 w 546"/>
              <a:gd name="T15" fmla="*/ 34 h 1212"/>
              <a:gd name="T16" fmla="*/ 39 w 546"/>
              <a:gd name="T17" fmla="*/ 364 h 1212"/>
              <a:gd name="T18" fmla="*/ 148 w 546"/>
              <a:gd name="T19" fmla="*/ 364 h 1212"/>
              <a:gd name="T20" fmla="*/ 148 w 546"/>
              <a:gd name="T21" fmla="*/ 471 h 1212"/>
              <a:gd name="T22" fmla="*/ 138 w 546"/>
              <a:gd name="T23" fmla="*/ 471 h 1212"/>
              <a:gd name="T24" fmla="*/ 128 w 546"/>
              <a:gd name="T25" fmla="*/ 471 h 1212"/>
              <a:gd name="T26" fmla="*/ 128 w 546"/>
              <a:gd name="T27" fmla="*/ 384 h 1212"/>
              <a:gd name="T28" fmla="*/ 0 w 546"/>
              <a:gd name="T29" fmla="*/ 384 h 1212"/>
              <a:gd name="T30" fmla="*/ 273 w 546"/>
              <a:gd name="T31" fmla="*/ 0 h 1212"/>
              <a:gd name="T32" fmla="*/ 546 w 546"/>
              <a:gd name="T33" fmla="*/ 384 h 1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546" h="1212">
                <a:moveTo>
                  <a:pt x="546" y="384"/>
                </a:moveTo>
                <a:cubicBezTo>
                  <a:pt x="418" y="384"/>
                  <a:pt x="418" y="384"/>
                  <a:pt x="418" y="384"/>
                </a:cubicBezTo>
                <a:cubicBezTo>
                  <a:pt x="418" y="1202"/>
                  <a:pt x="418" y="1202"/>
                  <a:pt x="418" y="1202"/>
                </a:cubicBezTo>
                <a:cubicBezTo>
                  <a:pt x="418" y="1207"/>
                  <a:pt x="413" y="1212"/>
                  <a:pt x="408" y="1212"/>
                </a:cubicBezTo>
                <a:cubicBezTo>
                  <a:pt x="402" y="1212"/>
                  <a:pt x="398" y="1207"/>
                  <a:pt x="398" y="1202"/>
                </a:cubicBezTo>
                <a:cubicBezTo>
                  <a:pt x="398" y="364"/>
                  <a:pt x="398" y="364"/>
                  <a:pt x="398" y="364"/>
                </a:cubicBezTo>
                <a:cubicBezTo>
                  <a:pt x="507" y="364"/>
                  <a:pt x="507" y="364"/>
                  <a:pt x="507" y="364"/>
                </a:cubicBezTo>
                <a:cubicBezTo>
                  <a:pt x="273" y="34"/>
                  <a:pt x="273" y="34"/>
                  <a:pt x="273" y="34"/>
                </a:cubicBezTo>
                <a:cubicBezTo>
                  <a:pt x="39" y="364"/>
                  <a:pt x="39" y="364"/>
                  <a:pt x="39" y="364"/>
                </a:cubicBezTo>
                <a:cubicBezTo>
                  <a:pt x="148" y="364"/>
                  <a:pt x="148" y="364"/>
                  <a:pt x="148" y="364"/>
                </a:cubicBezTo>
                <a:cubicBezTo>
                  <a:pt x="148" y="471"/>
                  <a:pt x="148" y="471"/>
                  <a:pt x="148" y="471"/>
                </a:cubicBezTo>
                <a:cubicBezTo>
                  <a:pt x="145" y="471"/>
                  <a:pt x="141" y="471"/>
                  <a:pt x="138" y="471"/>
                </a:cubicBezTo>
                <a:cubicBezTo>
                  <a:pt x="134" y="471"/>
                  <a:pt x="131" y="471"/>
                  <a:pt x="128" y="471"/>
                </a:cubicBezTo>
                <a:cubicBezTo>
                  <a:pt x="128" y="384"/>
                  <a:pt x="128" y="384"/>
                  <a:pt x="128" y="384"/>
                </a:cubicBezTo>
                <a:cubicBezTo>
                  <a:pt x="0" y="384"/>
                  <a:pt x="0" y="384"/>
                  <a:pt x="0" y="384"/>
                </a:cubicBezTo>
                <a:cubicBezTo>
                  <a:pt x="273" y="0"/>
                  <a:pt x="273" y="0"/>
                  <a:pt x="273" y="0"/>
                </a:cubicBezTo>
                <a:lnTo>
                  <a:pt x="546" y="384"/>
                </a:lnTo>
                <a:close/>
              </a:path>
            </a:pathLst>
          </a:custGeom>
          <a:solidFill>
            <a:srgbClr val="6572A1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7" name="Freeform 93">
            <a:extLst>
              <a:ext uri="{FF2B5EF4-FFF2-40B4-BE49-F238E27FC236}">
                <a16:creationId xmlns:a16="http://schemas.microsoft.com/office/drawing/2014/main" id="{A41C11E6-6B4C-26BD-FF2F-3ABF77113432}"/>
              </a:ext>
            </a:extLst>
          </p:cNvPr>
          <p:cNvSpPr/>
          <p:nvPr/>
        </p:nvSpPr>
        <p:spPr bwMode="auto">
          <a:xfrm rot="7636391" flipH="1">
            <a:off x="6086244" y="2645993"/>
            <a:ext cx="1457951" cy="2407603"/>
          </a:xfrm>
          <a:custGeom>
            <a:avLst/>
            <a:gdLst>
              <a:gd name="T0" fmla="*/ 546 w 546"/>
              <a:gd name="T1" fmla="*/ 384 h 1212"/>
              <a:gd name="T2" fmla="*/ 418 w 546"/>
              <a:gd name="T3" fmla="*/ 384 h 1212"/>
              <a:gd name="T4" fmla="*/ 418 w 546"/>
              <a:gd name="T5" fmla="*/ 1202 h 1212"/>
              <a:gd name="T6" fmla="*/ 408 w 546"/>
              <a:gd name="T7" fmla="*/ 1212 h 1212"/>
              <a:gd name="T8" fmla="*/ 398 w 546"/>
              <a:gd name="T9" fmla="*/ 1202 h 1212"/>
              <a:gd name="T10" fmla="*/ 398 w 546"/>
              <a:gd name="T11" fmla="*/ 364 h 1212"/>
              <a:gd name="T12" fmla="*/ 507 w 546"/>
              <a:gd name="T13" fmla="*/ 364 h 1212"/>
              <a:gd name="T14" fmla="*/ 273 w 546"/>
              <a:gd name="T15" fmla="*/ 34 h 1212"/>
              <a:gd name="T16" fmla="*/ 39 w 546"/>
              <a:gd name="T17" fmla="*/ 364 h 1212"/>
              <a:gd name="T18" fmla="*/ 148 w 546"/>
              <a:gd name="T19" fmla="*/ 364 h 1212"/>
              <a:gd name="T20" fmla="*/ 148 w 546"/>
              <a:gd name="T21" fmla="*/ 471 h 1212"/>
              <a:gd name="T22" fmla="*/ 138 w 546"/>
              <a:gd name="T23" fmla="*/ 471 h 1212"/>
              <a:gd name="T24" fmla="*/ 128 w 546"/>
              <a:gd name="T25" fmla="*/ 471 h 1212"/>
              <a:gd name="T26" fmla="*/ 128 w 546"/>
              <a:gd name="T27" fmla="*/ 384 h 1212"/>
              <a:gd name="T28" fmla="*/ 0 w 546"/>
              <a:gd name="T29" fmla="*/ 384 h 1212"/>
              <a:gd name="T30" fmla="*/ 273 w 546"/>
              <a:gd name="T31" fmla="*/ 0 h 1212"/>
              <a:gd name="T32" fmla="*/ 546 w 546"/>
              <a:gd name="T33" fmla="*/ 384 h 1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546" h="1212">
                <a:moveTo>
                  <a:pt x="546" y="384"/>
                </a:moveTo>
                <a:cubicBezTo>
                  <a:pt x="418" y="384"/>
                  <a:pt x="418" y="384"/>
                  <a:pt x="418" y="384"/>
                </a:cubicBezTo>
                <a:cubicBezTo>
                  <a:pt x="418" y="1202"/>
                  <a:pt x="418" y="1202"/>
                  <a:pt x="418" y="1202"/>
                </a:cubicBezTo>
                <a:cubicBezTo>
                  <a:pt x="418" y="1207"/>
                  <a:pt x="413" y="1212"/>
                  <a:pt x="408" y="1212"/>
                </a:cubicBezTo>
                <a:cubicBezTo>
                  <a:pt x="402" y="1212"/>
                  <a:pt x="398" y="1207"/>
                  <a:pt x="398" y="1202"/>
                </a:cubicBezTo>
                <a:cubicBezTo>
                  <a:pt x="398" y="364"/>
                  <a:pt x="398" y="364"/>
                  <a:pt x="398" y="364"/>
                </a:cubicBezTo>
                <a:cubicBezTo>
                  <a:pt x="507" y="364"/>
                  <a:pt x="507" y="364"/>
                  <a:pt x="507" y="364"/>
                </a:cubicBezTo>
                <a:cubicBezTo>
                  <a:pt x="273" y="34"/>
                  <a:pt x="273" y="34"/>
                  <a:pt x="273" y="34"/>
                </a:cubicBezTo>
                <a:cubicBezTo>
                  <a:pt x="39" y="364"/>
                  <a:pt x="39" y="364"/>
                  <a:pt x="39" y="364"/>
                </a:cubicBezTo>
                <a:cubicBezTo>
                  <a:pt x="148" y="364"/>
                  <a:pt x="148" y="364"/>
                  <a:pt x="148" y="364"/>
                </a:cubicBezTo>
                <a:cubicBezTo>
                  <a:pt x="148" y="471"/>
                  <a:pt x="148" y="471"/>
                  <a:pt x="148" y="471"/>
                </a:cubicBezTo>
                <a:cubicBezTo>
                  <a:pt x="145" y="471"/>
                  <a:pt x="141" y="471"/>
                  <a:pt x="138" y="471"/>
                </a:cubicBezTo>
                <a:cubicBezTo>
                  <a:pt x="134" y="471"/>
                  <a:pt x="131" y="471"/>
                  <a:pt x="128" y="471"/>
                </a:cubicBezTo>
                <a:cubicBezTo>
                  <a:pt x="128" y="384"/>
                  <a:pt x="128" y="384"/>
                  <a:pt x="128" y="384"/>
                </a:cubicBezTo>
                <a:cubicBezTo>
                  <a:pt x="0" y="384"/>
                  <a:pt x="0" y="384"/>
                  <a:pt x="0" y="384"/>
                </a:cubicBezTo>
                <a:cubicBezTo>
                  <a:pt x="273" y="0"/>
                  <a:pt x="273" y="0"/>
                  <a:pt x="273" y="0"/>
                </a:cubicBezTo>
                <a:lnTo>
                  <a:pt x="546" y="384"/>
                </a:lnTo>
                <a:close/>
              </a:path>
            </a:pathLst>
          </a:custGeom>
          <a:solidFill>
            <a:srgbClr val="6572A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0">
        <p:random/>
      </p:transition>
    </mc:Choice>
    <mc:Fallback xmlns="">
      <p:transition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6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D51B3-E250-91E1-D9B0-F10F82B20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未命名 -1_WPS图片">
            <a:extLst>
              <a:ext uri="{FF2B5EF4-FFF2-40B4-BE49-F238E27FC236}">
                <a16:creationId xmlns:a16="http://schemas.microsoft.com/office/drawing/2014/main" id="{238E059E-48F5-54AA-F1AE-2683D0FA17E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1EFDE3A0-C6E5-CEB7-A34E-5BDACD67060E}"/>
              </a:ext>
            </a:extLst>
          </p:cNvPr>
          <p:cNvGrpSpPr/>
          <p:nvPr/>
        </p:nvGrpSpPr>
        <p:grpSpPr>
          <a:xfrm>
            <a:off x="11461302" y="513441"/>
            <a:ext cx="363794" cy="211230"/>
            <a:chOff x="7236541" y="403123"/>
            <a:chExt cx="363794" cy="211230"/>
          </a:xfrm>
        </p:grpSpPr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DABDDD82-EE99-E917-28D4-52B73D86132F}"/>
                </a:ext>
              </a:extLst>
            </p:cNvPr>
            <p:cNvCxnSpPr/>
            <p:nvPr/>
          </p:nvCxnSpPr>
          <p:spPr>
            <a:xfrm>
              <a:off x="7236542" y="403123"/>
              <a:ext cx="363793" cy="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7A1870AF-9843-C1DE-3A96-23258F4D9831}"/>
                </a:ext>
              </a:extLst>
            </p:cNvPr>
            <p:cNvCxnSpPr/>
            <p:nvPr/>
          </p:nvCxnSpPr>
          <p:spPr>
            <a:xfrm>
              <a:off x="7236541" y="511605"/>
              <a:ext cx="363793" cy="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F4C1D6D7-CC62-B36E-22F1-AF1DC154E0B8}"/>
                </a:ext>
              </a:extLst>
            </p:cNvPr>
            <p:cNvCxnSpPr/>
            <p:nvPr/>
          </p:nvCxnSpPr>
          <p:spPr>
            <a:xfrm>
              <a:off x="7418437" y="614353"/>
              <a:ext cx="181897" cy="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ADAA8039-3ACC-E9E2-F136-0B75C5003989}"/>
              </a:ext>
            </a:extLst>
          </p:cNvPr>
          <p:cNvSpPr txBox="1"/>
          <p:nvPr/>
        </p:nvSpPr>
        <p:spPr>
          <a:xfrm>
            <a:off x="2018030" y="2686050"/>
            <a:ext cx="89954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4800" b="1" dirty="0">
                <a:solidFill>
                  <a:schemeClr val="bg1"/>
                </a:solidFill>
                <a:cs typeface="+mn-ea"/>
                <a:sym typeface="+mn-lt"/>
              </a:rPr>
              <a:t>/</a:t>
            </a:r>
            <a:r>
              <a:rPr lang="zh-CN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总体架构设计</a:t>
            </a:r>
            <a:r>
              <a:rPr lang="en-US" altLang="zh-CN" sz="4800" b="1" dirty="0">
                <a:solidFill>
                  <a:schemeClr val="bg1"/>
                </a:solidFill>
                <a:cs typeface="+mn-ea"/>
                <a:sym typeface="+mn-lt"/>
              </a:rPr>
              <a:t>/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9ECECAD-7CAA-4835-FDAF-0C2144F33476}"/>
              </a:ext>
            </a:extLst>
          </p:cNvPr>
          <p:cNvSpPr txBox="1"/>
          <p:nvPr/>
        </p:nvSpPr>
        <p:spPr>
          <a:xfrm>
            <a:off x="5336540" y="4032885"/>
            <a:ext cx="1886585" cy="467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Part . 02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F4DC7E8-199E-2656-C26C-62CDFE12EF5E}"/>
              </a:ext>
            </a:extLst>
          </p:cNvPr>
          <p:cNvSpPr txBox="1"/>
          <p:nvPr/>
        </p:nvSpPr>
        <p:spPr>
          <a:xfrm>
            <a:off x="2791780" y="3320148"/>
            <a:ext cx="6976103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i="1" spc="600" dirty="0">
                <a:solidFill>
                  <a:schemeClr val="bg1">
                    <a:alpha val="70000"/>
                  </a:schemeClr>
                </a:solidFill>
                <a:latin typeface="Malgun Gothic Semilight" panose="020B0502040204020203" pitchFamily="34" charset="-122"/>
                <a:ea typeface="Malgun Gothic Semilight" panose="020B0502040204020203" pitchFamily="34" charset="-122"/>
                <a:cs typeface="Malgun Gothic Semilight" panose="020B0502040204020203" pitchFamily="34" charset="-122"/>
                <a:sym typeface="+mn-lt"/>
              </a:rPr>
              <a:t>Architecture Design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2790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0">
        <p:random/>
      </p:transition>
    </mc:Choice>
    <mc:Fallback xmlns="">
      <p:transition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0F8B1-97CE-07B7-9980-73C50821C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BD0D7269-F7A8-8E77-33E4-AD9D3FB46198}"/>
              </a:ext>
            </a:extLst>
          </p:cNvPr>
          <p:cNvGrpSpPr/>
          <p:nvPr/>
        </p:nvGrpSpPr>
        <p:grpSpPr>
          <a:xfrm flipH="1">
            <a:off x="10718504" y="-285295"/>
            <a:ext cx="1735252" cy="1673225"/>
            <a:chOff x="-217805" y="-517525"/>
            <a:chExt cx="1673225" cy="1673225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D67D98E1-28B1-B570-4161-DCCA0A0B7DE9}"/>
                </a:ext>
              </a:extLst>
            </p:cNvPr>
            <p:cNvSpPr/>
            <p:nvPr/>
          </p:nvSpPr>
          <p:spPr>
            <a:xfrm>
              <a:off x="-217805" y="-517525"/>
              <a:ext cx="1673225" cy="1673225"/>
            </a:xfrm>
            <a:prstGeom prst="ellipse">
              <a:avLst/>
            </a:prstGeom>
            <a:gradFill>
              <a:gsLst>
                <a:gs pos="0">
                  <a:srgbClr val="7578B7">
                    <a:alpha val="8000"/>
                  </a:srgbClr>
                </a:gs>
                <a:gs pos="100000">
                  <a:srgbClr val="6366AD">
                    <a:alpha val="8000"/>
                  </a:srgbClr>
                </a:gs>
              </a:gsLst>
              <a:lin ang="156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8528572E-9AB8-7AC4-2DAD-15D889A6CF3D}"/>
                </a:ext>
              </a:extLst>
            </p:cNvPr>
            <p:cNvSpPr/>
            <p:nvPr/>
          </p:nvSpPr>
          <p:spPr>
            <a:xfrm>
              <a:off x="791210" y="375920"/>
              <a:ext cx="505460" cy="505460"/>
            </a:xfrm>
            <a:prstGeom prst="ellipse">
              <a:avLst/>
            </a:prstGeom>
            <a:gradFill>
              <a:gsLst>
                <a:gs pos="0">
                  <a:srgbClr val="7578B7">
                    <a:alpha val="8000"/>
                  </a:srgbClr>
                </a:gs>
                <a:gs pos="100000">
                  <a:srgbClr val="6366AD"/>
                </a:gs>
              </a:gsLst>
              <a:lin ang="156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09DCEDBC-2889-16FB-2309-423B8A2B7577}"/>
              </a:ext>
            </a:extLst>
          </p:cNvPr>
          <p:cNvSpPr txBox="1"/>
          <p:nvPr/>
        </p:nvSpPr>
        <p:spPr>
          <a:xfrm>
            <a:off x="8120317" y="572982"/>
            <a:ext cx="2515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ea"/>
                <a:sym typeface="+mn-lt"/>
              </a:rPr>
              <a:t>总体架构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7DC5192-B2E2-F9F0-C1CD-87761FDA0D82}"/>
              </a:ext>
            </a:extLst>
          </p:cNvPr>
          <p:cNvSpPr txBox="1"/>
          <p:nvPr/>
        </p:nvSpPr>
        <p:spPr>
          <a:xfrm>
            <a:off x="5679440" y="6082665"/>
            <a:ext cx="1353185" cy="467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dirty="0">
                <a:solidFill>
                  <a:srgbClr val="6572A1">
                    <a:alpha val="54000"/>
                  </a:srgbClr>
                </a:solidFill>
                <a:cs typeface="+mn-ea"/>
                <a:sym typeface="+mn-lt"/>
              </a:rPr>
              <a:t>Part . 02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6F7C488-2E62-E282-7D1C-6707EC5676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348" y="614043"/>
            <a:ext cx="6923256" cy="593598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E0F16A12-B77C-F450-7C13-E9BC243FEFBC}"/>
              </a:ext>
            </a:extLst>
          </p:cNvPr>
          <p:cNvSpPr txBox="1"/>
          <p:nvPr/>
        </p:nvSpPr>
        <p:spPr>
          <a:xfrm>
            <a:off x="7028132" y="3712006"/>
            <a:ext cx="4379205" cy="2010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Bef>
                <a:spcPts val="150"/>
              </a:spcBef>
              <a:spcAft>
                <a:spcPts val="150"/>
              </a:spcAft>
              <a:buAutoNum type="arabicPeriod"/>
            </a:pPr>
            <a:r>
              <a:rPr lang="en-US" altLang="zh-CN" b="1" i="0" dirty="0">
                <a:effectLst/>
                <a:latin typeface="Segoe WPC"/>
              </a:rPr>
              <a:t>DSL </a:t>
            </a:r>
            <a:r>
              <a:rPr lang="zh-CN" altLang="en-US" b="1" i="0" dirty="0">
                <a:effectLst/>
                <a:latin typeface="Segoe WPC"/>
              </a:rPr>
              <a:t>层</a:t>
            </a:r>
            <a:r>
              <a:rPr lang="zh-CN" altLang="en-US" b="0" i="0" dirty="0">
                <a:effectLst/>
                <a:latin typeface="Segoe WPC"/>
              </a:rPr>
              <a:t>：</a:t>
            </a:r>
            <a:endParaRPr lang="en-US" altLang="zh-CN" b="0" i="0" dirty="0">
              <a:effectLst/>
              <a:latin typeface="Segoe WPC"/>
            </a:endParaRP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lang="en-US" altLang="zh-CN" dirty="0">
                <a:latin typeface="Segoe WPC"/>
              </a:rPr>
              <a:t>         </a:t>
            </a:r>
            <a:r>
              <a:rPr lang="zh-CN" altLang="en-US" b="0" i="0" dirty="0">
                <a:effectLst/>
                <a:latin typeface="Segoe WPC"/>
              </a:rPr>
              <a:t>描述对话流程、变量和动作</a:t>
            </a:r>
            <a:endParaRPr lang="en-US" altLang="zh-CN" dirty="0">
              <a:latin typeface="Segoe WPC"/>
            </a:endParaRP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lang="en-US" altLang="zh-CN" b="1" i="0" dirty="0">
                <a:effectLst/>
                <a:latin typeface="Segoe WPC"/>
              </a:rPr>
              <a:t>2.  </a:t>
            </a:r>
            <a:r>
              <a:rPr lang="zh-CN" altLang="en-US" b="1" i="0" dirty="0">
                <a:effectLst/>
                <a:latin typeface="Segoe WPC"/>
              </a:rPr>
              <a:t>执行层</a:t>
            </a:r>
            <a:r>
              <a:rPr lang="zh-CN" altLang="en-US" b="0" i="0" dirty="0">
                <a:effectLst/>
                <a:latin typeface="Segoe WPC"/>
              </a:rPr>
              <a:t>：</a:t>
            </a:r>
            <a:endParaRPr lang="en-US" altLang="zh-CN" b="0" i="0" dirty="0">
              <a:effectLst/>
              <a:latin typeface="Segoe WPC"/>
            </a:endParaRP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lang="en-US" altLang="zh-CN" dirty="0">
                <a:latin typeface="Segoe WPC"/>
              </a:rPr>
              <a:t>         </a:t>
            </a:r>
            <a:r>
              <a:rPr lang="zh-CN" altLang="en-US" b="0" i="0" dirty="0">
                <a:effectLst/>
                <a:latin typeface="Segoe WPC"/>
              </a:rPr>
              <a:t>解释器驱动对话、控制分支</a:t>
            </a:r>
            <a:endParaRPr lang="en-US" altLang="zh-CN" dirty="0">
              <a:latin typeface="Segoe WPC"/>
            </a:endParaRPr>
          </a:p>
          <a:p>
            <a:pPr marL="342900" indent="-342900" algn="l">
              <a:spcBef>
                <a:spcPts val="150"/>
              </a:spcBef>
              <a:spcAft>
                <a:spcPts val="150"/>
              </a:spcAft>
              <a:buAutoNum type="arabicPeriod" startAt="3"/>
            </a:pPr>
            <a:r>
              <a:rPr lang="zh-CN" altLang="en-US" b="1" i="0" dirty="0">
                <a:effectLst/>
                <a:latin typeface="Segoe WPC"/>
              </a:rPr>
              <a:t>支撑层</a:t>
            </a:r>
            <a:r>
              <a:rPr lang="zh-CN" altLang="en-US" b="0" i="0" dirty="0">
                <a:effectLst/>
                <a:latin typeface="Segoe WPC"/>
              </a:rPr>
              <a:t>：</a:t>
            </a:r>
            <a:endParaRPr lang="en-US" altLang="zh-CN" b="0" i="0" dirty="0">
              <a:effectLst/>
              <a:latin typeface="Segoe WPC"/>
            </a:endParaRP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lang="en-US" altLang="zh-CN" dirty="0">
                <a:latin typeface="Segoe WPC"/>
              </a:rPr>
              <a:t>         </a:t>
            </a:r>
            <a:r>
              <a:rPr lang="zh-CN" altLang="en-US" b="0" i="0" dirty="0">
                <a:effectLst/>
                <a:latin typeface="Segoe WPC"/>
              </a:rPr>
              <a:t>意图识别 </a:t>
            </a:r>
            <a:r>
              <a:rPr lang="en-US" altLang="zh-CN" b="0" i="0" dirty="0">
                <a:effectLst/>
                <a:latin typeface="Segoe WPC"/>
              </a:rPr>
              <a:t>+ actions</a:t>
            </a:r>
            <a:r>
              <a:rPr lang="zh-CN" altLang="en-US" b="0" i="0" dirty="0">
                <a:effectLst/>
                <a:latin typeface="Segoe WPC"/>
              </a:rPr>
              <a:t>中各类支撑操作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09514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0">
        <p:random/>
      </p:transition>
    </mc:Choice>
    <mc:Fallback xmlns="">
      <p:transition advClick="0" advTm="0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12FF6-130D-2210-CFD7-1DBC6D5D2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未命名 -1_WPS图片">
            <a:extLst>
              <a:ext uri="{FF2B5EF4-FFF2-40B4-BE49-F238E27FC236}">
                <a16:creationId xmlns:a16="http://schemas.microsoft.com/office/drawing/2014/main" id="{280D23B2-A4F7-24DA-7F15-69E370C82CC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635"/>
            <a:ext cx="12191365" cy="6858635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CBB9211E-C09C-0D33-ADFC-F5F78E818C20}"/>
              </a:ext>
            </a:extLst>
          </p:cNvPr>
          <p:cNvGrpSpPr/>
          <p:nvPr/>
        </p:nvGrpSpPr>
        <p:grpSpPr>
          <a:xfrm>
            <a:off x="11461302" y="513441"/>
            <a:ext cx="363794" cy="211230"/>
            <a:chOff x="7236541" y="403123"/>
            <a:chExt cx="363794" cy="211230"/>
          </a:xfrm>
        </p:grpSpPr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29437A5F-C4C1-51EC-D244-62B75C54C4AB}"/>
                </a:ext>
              </a:extLst>
            </p:cNvPr>
            <p:cNvCxnSpPr/>
            <p:nvPr/>
          </p:nvCxnSpPr>
          <p:spPr>
            <a:xfrm>
              <a:off x="7236542" y="403123"/>
              <a:ext cx="363793" cy="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54AD2EBF-D84D-8A8A-F09D-2F93A462EE09}"/>
                </a:ext>
              </a:extLst>
            </p:cNvPr>
            <p:cNvCxnSpPr/>
            <p:nvPr/>
          </p:nvCxnSpPr>
          <p:spPr>
            <a:xfrm>
              <a:off x="7236541" y="511605"/>
              <a:ext cx="363793" cy="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D0B4B780-A80B-D549-0A78-E1B86BF9318C}"/>
                </a:ext>
              </a:extLst>
            </p:cNvPr>
            <p:cNvCxnSpPr/>
            <p:nvPr/>
          </p:nvCxnSpPr>
          <p:spPr>
            <a:xfrm>
              <a:off x="7418437" y="614353"/>
              <a:ext cx="181897" cy="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FE9C6EAA-CF5C-60C7-9BEA-3F5739DEAA14}"/>
              </a:ext>
            </a:extLst>
          </p:cNvPr>
          <p:cNvSpPr txBox="1"/>
          <p:nvPr/>
        </p:nvSpPr>
        <p:spPr>
          <a:xfrm>
            <a:off x="2018030" y="2686050"/>
            <a:ext cx="89954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4800" b="1" dirty="0">
                <a:solidFill>
                  <a:schemeClr val="bg1"/>
                </a:solidFill>
                <a:cs typeface="+mn-ea"/>
                <a:sym typeface="+mn-lt"/>
              </a:rPr>
              <a:t>/DSL</a:t>
            </a:r>
            <a:r>
              <a:rPr lang="zh-CN" altLang="en-US" sz="4800" b="1" dirty="0">
                <a:solidFill>
                  <a:schemeClr val="bg1"/>
                </a:solidFill>
                <a:cs typeface="+mn-ea"/>
                <a:sym typeface="+mn-lt"/>
              </a:rPr>
              <a:t>设计</a:t>
            </a:r>
            <a:r>
              <a:rPr lang="en-US" altLang="zh-CN" sz="4800" b="1" dirty="0">
                <a:solidFill>
                  <a:schemeClr val="bg1"/>
                </a:solidFill>
                <a:cs typeface="+mn-ea"/>
                <a:sym typeface="+mn-lt"/>
              </a:rPr>
              <a:t>/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C00C7A6-0D80-0880-7FDD-5F0D0A3563ED}"/>
              </a:ext>
            </a:extLst>
          </p:cNvPr>
          <p:cNvSpPr txBox="1"/>
          <p:nvPr/>
        </p:nvSpPr>
        <p:spPr>
          <a:xfrm>
            <a:off x="5336540" y="4032885"/>
            <a:ext cx="1886585" cy="467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Part . 03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3944863-A382-CEEE-B138-D8271647DC81}"/>
              </a:ext>
            </a:extLst>
          </p:cNvPr>
          <p:cNvSpPr txBox="1"/>
          <p:nvPr/>
        </p:nvSpPr>
        <p:spPr>
          <a:xfrm>
            <a:off x="2791780" y="3320148"/>
            <a:ext cx="6976103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i="1" spc="600" dirty="0">
                <a:solidFill>
                  <a:schemeClr val="bg1">
                    <a:alpha val="70000"/>
                  </a:schemeClr>
                </a:solidFill>
                <a:latin typeface="Malgun Gothic Semilight" panose="020B0502040204020203" pitchFamily="34" charset="-122"/>
                <a:ea typeface="Malgun Gothic Semilight" panose="020B0502040204020203" pitchFamily="34" charset="-122"/>
                <a:cs typeface="Malgun Gothic Semilight" panose="020B0502040204020203" pitchFamily="34" charset="-122"/>
                <a:sym typeface="+mn-lt"/>
              </a:rPr>
              <a:t>DSL Design &amp; AST Structure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8909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0">
        <p:random/>
      </p:transition>
    </mc:Choice>
    <mc:Fallback xmlns="">
      <p:transition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249A2-8702-D9E1-58AB-24721A3F0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7B2C6401-91F7-9F42-815E-F0DCE4DC715B}"/>
              </a:ext>
            </a:extLst>
          </p:cNvPr>
          <p:cNvSpPr txBox="1"/>
          <p:nvPr/>
        </p:nvSpPr>
        <p:spPr>
          <a:xfrm>
            <a:off x="5635373" y="6082665"/>
            <a:ext cx="1353185" cy="467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dirty="0">
                <a:solidFill>
                  <a:srgbClr val="6572A1">
                    <a:alpha val="54000"/>
                  </a:srgbClr>
                </a:solidFill>
                <a:cs typeface="+mn-ea"/>
                <a:sym typeface="+mn-lt"/>
              </a:rPr>
              <a:t>Part . 03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03AE837-B672-E298-F98F-B5588A8D2076}"/>
              </a:ext>
            </a:extLst>
          </p:cNvPr>
          <p:cNvSpPr/>
          <p:nvPr/>
        </p:nvSpPr>
        <p:spPr>
          <a:xfrm>
            <a:off x="-217805" y="-517525"/>
            <a:ext cx="1673225" cy="1673225"/>
          </a:xfrm>
          <a:prstGeom prst="ellipse">
            <a:avLst/>
          </a:prstGeom>
          <a:gradFill>
            <a:gsLst>
              <a:gs pos="0">
                <a:srgbClr val="7578B7">
                  <a:alpha val="8000"/>
                </a:srgbClr>
              </a:gs>
              <a:gs pos="100000">
                <a:srgbClr val="6366AD">
                  <a:alpha val="8000"/>
                </a:srgbClr>
              </a:gs>
            </a:gsLst>
            <a:lin ang="15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62567DA5-A59D-D6B9-FC15-41BEEBDB9C1B}"/>
              </a:ext>
            </a:extLst>
          </p:cNvPr>
          <p:cNvSpPr/>
          <p:nvPr/>
        </p:nvSpPr>
        <p:spPr>
          <a:xfrm>
            <a:off x="791210" y="375920"/>
            <a:ext cx="505460" cy="505460"/>
          </a:xfrm>
          <a:prstGeom prst="ellipse">
            <a:avLst/>
          </a:prstGeom>
          <a:gradFill>
            <a:gsLst>
              <a:gs pos="0">
                <a:srgbClr val="7578B7">
                  <a:alpha val="8000"/>
                </a:srgbClr>
              </a:gs>
              <a:gs pos="100000">
                <a:srgbClr val="6366AD"/>
              </a:gs>
            </a:gsLst>
            <a:lin ang="15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46E0460-6D63-E00E-B633-AFF22DAC7029}"/>
              </a:ext>
            </a:extLst>
          </p:cNvPr>
          <p:cNvSpPr txBox="1"/>
          <p:nvPr/>
        </p:nvSpPr>
        <p:spPr>
          <a:xfrm>
            <a:off x="1296670" y="494486"/>
            <a:ext cx="2515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ea"/>
                <a:sym typeface="+mn-lt"/>
              </a:rPr>
              <a:t>DSL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ea"/>
                <a:sym typeface="+mn-lt"/>
              </a:rPr>
              <a:t>语言设计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9F4056B-33C3-CE19-F78A-784B1A6090C8}"/>
              </a:ext>
            </a:extLst>
          </p:cNvPr>
          <p:cNvSpPr txBox="1"/>
          <p:nvPr/>
        </p:nvSpPr>
        <p:spPr>
          <a:xfrm>
            <a:off x="371435" y="1274266"/>
            <a:ext cx="11820565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Script          ::= { StepBlock } ;</a:t>
            </a:r>
            <a:r>
              <a:rPr lang="en-US" altLang="zh-CN" dirty="0"/>
              <a:t>				//</a:t>
            </a:r>
            <a:r>
              <a:rPr lang="zh-CN" altLang="en-US" dirty="0"/>
              <a:t>脚本由多个</a:t>
            </a:r>
            <a:r>
              <a:rPr lang="en-US" altLang="zh-CN" dirty="0" err="1"/>
              <a:t>StepBlock</a:t>
            </a:r>
            <a:r>
              <a:rPr lang="zh-CN" altLang="en-US" dirty="0"/>
              <a:t>（步骤块）组成</a:t>
            </a:r>
          </a:p>
          <a:p>
            <a:r>
              <a:rPr lang="zh-CN" altLang="en-US" dirty="0"/>
              <a:t>StepBlock       ::= “Step” StepId NewLine</a:t>
            </a:r>
            <a:r>
              <a:rPr lang="en-US" altLang="zh-CN" dirty="0"/>
              <a:t>			//</a:t>
            </a:r>
            <a:r>
              <a:rPr lang="zh-CN" altLang="en-US" dirty="0"/>
              <a:t>步骤块以</a:t>
            </a:r>
            <a:r>
              <a:rPr lang="en-US" altLang="zh-CN" dirty="0"/>
              <a:t>”Step”</a:t>
            </a:r>
            <a:r>
              <a:rPr lang="zh-CN" altLang="en-US" dirty="0"/>
              <a:t>开头 后接唯一标识符</a:t>
            </a:r>
            <a:r>
              <a:rPr lang="en-US" altLang="zh-CN" dirty="0" err="1"/>
              <a:t>StepId</a:t>
            </a:r>
            <a:r>
              <a:rPr lang="en-US" altLang="zh-CN" dirty="0"/>
              <a:t> + </a:t>
            </a:r>
            <a:r>
              <a:rPr lang="zh-CN" altLang="en-US" dirty="0"/>
              <a:t>换行</a:t>
            </a:r>
          </a:p>
          <a:p>
            <a:r>
              <a:rPr lang="zh-CN" altLang="en-US" dirty="0"/>
              <a:t>                    { Statement } ;</a:t>
            </a:r>
            <a:r>
              <a:rPr lang="en-US" altLang="zh-CN" dirty="0"/>
              <a:t>					//</a:t>
            </a:r>
            <a:r>
              <a:rPr lang="zh-CN" altLang="en-US" dirty="0"/>
              <a:t>再后接一个</a:t>
            </a:r>
            <a:r>
              <a:rPr lang="en-US" altLang="zh-CN" dirty="0"/>
              <a:t>or</a:t>
            </a:r>
            <a:r>
              <a:rPr lang="zh-CN" altLang="en-US" dirty="0"/>
              <a:t>多个语句</a:t>
            </a:r>
          </a:p>
          <a:p>
            <a:r>
              <a:rPr lang="zh-CN" altLang="en-US" dirty="0"/>
              <a:t>Statement       ::= SpeakStm</a:t>
            </a:r>
            <a:r>
              <a:rPr lang="en-US" altLang="zh-CN" dirty="0"/>
              <a:t>					//Bot</a:t>
            </a:r>
            <a:r>
              <a:rPr lang="zh-CN" altLang="en-US" dirty="0"/>
              <a:t>输出</a:t>
            </a:r>
            <a:endParaRPr lang="en-US" altLang="zh-CN" dirty="0"/>
          </a:p>
          <a:p>
            <a:r>
              <a:rPr lang="zh-CN" altLang="en-US" dirty="0"/>
              <a:t>                  | ListenStmt</a:t>
            </a:r>
            <a:r>
              <a:rPr lang="en-US" altLang="zh-CN" dirty="0"/>
              <a:t>					//</a:t>
            </a:r>
            <a:r>
              <a:rPr lang="zh-CN" altLang="en-US" dirty="0"/>
              <a:t>接收用户输入</a:t>
            </a:r>
          </a:p>
          <a:p>
            <a:r>
              <a:rPr lang="zh-CN" altLang="en-US" dirty="0"/>
              <a:t>                  | BranchStmt</a:t>
            </a:r>
            <a:r>
              <a:rPr lang="en-US" altLang="zh-CN" dirty="0"/>
              <a:t>					//</a:t>
            </a:r>
            <a:r>
              <a:rPr lang="zh-CN" altLang="en-US" dirty="0"/>
              <a:t>分支判断语句</a:t>
            </a:r>
          </a:p>
          <a:p>
            <a:r>
              <a:rPr lang="zh-CN" altLang="en-US" dirty="0"/>
              <a:t>                  | SilenceStmt</a:t>
            </a:r>
            <a:r>
              <a:rPr lang="en-US" altLang="zh-CN" dirty="0"/>
              <a:t>					//</a:t>
            </a:r>
            <a:r>
              <a:rPr lang="zh-CN" altLang="en-US" dirty="0"/>
              <a:t>静音处理语句，长时间无输入时执行</a:t>
            </a:r>
          </a:p>
          <a:p>
            <a:r>
              <a:rPr lang="zh-CN" altLang="en-US" dirty="0"/>
              <a:t>                  | DefaultStmt</a:t>
            </a:r>
            <a:r>
              <a:rPr lang="en-US" altLang="zh-CN" dirty="0"/>
              <a:t>					//</a:t>
            </a:r>
            <a:r>
              <a:rPr lang="zh-CN" altLang="en-US" dirty="0"/>
              <a:t>默认执行，没有匹配分支时执行</a:t>
            </a:r>
          </a:p>
          <a:p>
            <a:r>
              <a:rPr lang="zh-CN" altLang="en-US" dirty="0"/>
              <a:t>                  | ExitStmt</a:t>
            </a:r>
            <a:r>
              <a:rPr lang="en-US" altLang="zh-CN" dirty="0"/>
              <a:t>					//</a:t>
            </a:r>
            <a:r>
              <a:rPr lang="zh-CN" altLang="en-US" dirty="0"/>
              <a:t>退出系统</a:t>
            </a:r>
          </a:p>
          <a:p>
            <a:r>
              <a:rPr lang="zh-CN" altLang="en-US" dirty="0"/>
              <a:t>                  | ActionStmt ;</a:t>
            </a:r>
            <a:r>
              <a:rPr lang="en-US" altLang="zh-CN" dirty="0"/>
              <a:t>					//</a:t>
            </a:r>
            <a:r>
              <a:rPr lang="zh-CN" altLang="en-US" dirty="0"/>
              <a:t>执行指定的动作（如数据库操作、计算等）</a:t>
            </a:r>
          </a:p>
          <a:p>
            <a:r>
              <a:rPr lang="zh-CN" altLang="en-US" dirty="0"/>
              <a:t>SpeakStmt       ::= “Speak” Expression NewLine ;</a:t>
            </a:r>
            <a:r>
              <a:rPr lang="en-US" altLang="zh-CN" dirty="0"/>
              <a:t>		//Speak</a:t>
            </a:r>
            <a:r>
              <a:rPr lang="zh-CN" altLang="en-US" dirty="0"/>
              <a:t>语句：“</a:t>
            </a:r>
            <a:r>
              <a:rPr lang="en-US" altLang="zh-CN" dirty="0"/>
              <a:t>Speak” + bot</a:t>
            </a:r>
            <a:r>
              <a:rPr lang="zh-CN" altLang="en-US" dirty="0"/>
              <a:t>输出的语句表达式</a:t>
            </a:r>
          </a:p>
          <a:p>
            <a:r>
              <a:rPr lang="zh-CN" altLang="en-US" dirty="0"/>
              <a:t>ListenStmt      ::= “Listen” Integer Integer NewLine ;  </a:t>
            </a:r>
            <a:r>
              <a:rPr lang="en-US" altLang="zh-CN" dirty="0"/>
              <a:t>		//Listen</a:t>
            </a:r>
            <a:r>
              <a:rPr lang="zh-CN" altLang="en-US" dirty="0"/>
              <a:t>语句：“</a:t>
            </a:r>
            <a:r>
              <a:rPr lang="en-US" altLang="zh-CN" dirty="0"/>
              <a:t>Listen” + min and max wait time</a:t>
            </a:r>
            <a:endParaRPr lang="zh-CN" altLang="en-US" dirty="0"/>
          </a:p>
          <a:p>
            <a:r>
              <a:rPr lang="zh-CN" altLang="en-US" dirty="0"/>
              <a:t>BranchStmt      ::= “Branch” String “,” StepId NewLine ;</a:t>
            </a:r>
            <a:r>
              <a:rPr lang="en-US" altLang="zh-CN" dirty="0"/>
              <a:t>		//Branch</a:t>
            </a:r>
            <a:r>
              <a:rPr lang="zh-CN" altLang="en-US" dirty="0"/>
              <a:t>分支：“</a:t>
            </a:r>
            <a:r>
              <a:rPr lang="en-US" altLang="zh-CN" dirty="0"/>
              <a:t>Branch” + </a:t>
            </a:r>
            <a:r>
              <a:rPr lang="zh-CN" altLang="en-US" dirty="0"/>
              <a:t>分支名</a:t>
            </a:r>
            <a:r>
              <a:rPr lang="en-US" altLang="zh-CN" dirty="0"/>
              <a:t> + </a:t>
            </a:r>
            <a:r>
              <a:rPr lang="zh-CN" altLang="en-US" dirty="0"/>
              <a:t>即将跳转</a:t>
            </a:r>
            <a:r>
              <a:rPr lang="en-US" altLang="zh-CN" dirty="0" err="1"/>
              <a:t>StepId</a:t>
            </a:r>
            <a:endParaRPr lang="zh-CN" altLang="en-US" dirty="0"/>
          </a:p>
          <a:p>
            <a:r>
              <a:rPr lang="zh-CN" altLang="en-US" dirty="0"/>
              <a:t>SilenceStmt     ::= “Silence” StepId NewLine ；</a:t>
            </a:r>
            <a:r>
              <a:rPr lang="en-US" altLang="zh-CN" dirty="0"/>
              <a:t>			//Silence</a:t>
            </a:r>
            <a:r>
              <a:rPr lang="zh-CN" altLang="en-US" dirty="0"/>
              <a:t>语句：“</a:t>
            </a:r>
            <a:r>
              <a:rPr lang="en-US" altLang="zh-CN" dirty="0"/>
              <a:t>Silence” +</a:t>
            </a:r>
            <a:r>
              <a:rPr lang="zh-CN" altLang="en-US" dirty="0"/>
              <a:t>即将跳转</a:t>
            </a:r>
            <a:r>
              <a:rPr lang="en-US" altLang="zh-CN" dirty="0" err="1"/>
              <a:t>StepId</a:t>
            </a:r>
            <a:endParaRPr lang="zh-CN" altLang="en-US" dirty="0"/>
          </a:p>
          <a:p>
            <a:r>
              <a:rPr lang="zh-CN" altLang="en-US" dirty="0"/>
              <a:t>DefaultStmt     ::= "Default" StepId NewLine ;</a:t>
            </a:r>
            <a:r>
              <a:rPr lang="en-US" altLang="zh-CN" dirty="0"/>
              <a:t>			//Default</a:t>
            </a:r>
            <a:r>
              <a:rPr lang="zh-CN" altLang="en-US" dirty="0"/>
              <a:t>语句：“</a:t>
            </a:r>
            <a:r>
              <a:rPr lang="en-US" altLang="zh-CN" dirty="0"/>
              <a:t>Default” +</a:t>
            </a:r>
            <a:r>
              <a:rPr lang="zh-CN" altLang="en-US" dirty="0"/>
              <a:t>即将跳转</a:t>
            </a:r>
            <a:r>
              <a:rPr lang="en-US" altLang="zh-CN" dirty="0" err="1"/>
              <a:t>StepId</a:t>
            </a:r>
            <a:endParaRPr lang="zh-CN" altLang="en-US" dirty="0"/>
          </a:p>
          <a:p>
            <a:r>
              <a:rPr lang="zh-CN" altLang="en-US" dirty="0"/>
              <a:t>ExitStmt        ::= “Exit” NewLine ;</a:t>
            </a:r>
            <a:r>
              <a:rPr lang="en-US" altLang="zh-CN" dirty="0"/>
              <a:t>				//Exit</a:t>
            </a:r>
            <a:r>
              <a:rPr lang="zh-CN" altLang="en-US" dirty="0"/>
              <a:t>语句：“</a:t>
            </a:r>
            <a:r>
              <a:rPr lang="en-US" altLang="zh-CN" dirty="0"/>
              <a:t>Exit” </a:t>
            </a:r>
            <a:endParaRPr lang="zh-CN" altLang="en-US" dirty="0"/>
          </a:p>
          <a:p>
            <a:r>
              <a:rPr lang="zh-CN" altLang="en-US" dirty="0"/>
              <a:t>ActionStmt      ::= “Action” Identifier { Argument } NewLine ; </a:t>
            </a:r>
            <a:r>
              <a:rPr lang="en-US" altLang="zh-CN" dirty="0"/>
              <a:t>	//Action</a:t>
            </a:r>
            <a:r>
              <a:rPr lang="zh-CN" altLang="en-US" dirty="0"/>
              <a:t>语句：“</a:t>
            </a:r>
            <a:r>
              <a:rPr lang="en-US" altLang="zh-CN" dirty="0"/>
              <a:t>Action” + </a:t>
            </a:r>
            <a:r>
              <a:rPr lang="zh-CN" altLang="en-US" dirty="0"/>
              <a:t>动作标识符 </a:t>
            </a:r>
            <a:r>
              <a:rPr lang="en-US" altLang="zh-CN" dirty="0"/>
              <a:t>+ </a:t>
            </a:r>
            <a:r>
              <a:rPr lang="zh-CN" altLang="en-US" dirty="0"/>
              <a:t>参数列表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13948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0">
        <p:random/>
      </p:transition>
    </mc:Choice>
    <mc:Fallback xmlns="">
      <p:transition advClick="0" advTm="0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816B1-011F-8F13-9C03-ACA8FDFE7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未命名 -1_WPS图片">
            <a:extLst>
              <a:ext uri="{FF2B5EF4-FFF2-40B4-BE49-F238E27FC236}">
                <a16:creationId xmlns:a16="http://schemas.microsoft.com/office/drawing/2014/main" id="{DC2087CA-9DFA-4F02-C4A6-861D13A60B6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5" y="-635"/>
            <a:ext cx="12191365" cy="6858635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8B86DB0E-A41B-5B7E-DFF3-883FD8103FC2}"/>
              </a:ext>
            </a:extLst>
          </p:cNvPr>
          <p:cNvGrpSpPr/>
          <p:nvPr/>
        </p:nvGrpSpPr>
        <p:grpSpPr>
          <a:xfrm>
            <a:off x="11461302" y="513441"/>
            <a:ext cx="363794" cy="211230"/>
            <a:chOff x="7236541" y="403123"/>
            <a:chExt cx="363794" cy="211230"/>
          </a:xfrm>
        </p:grpSpPr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AAD811AD-F5A1-20D7-CC2B-A549C8C3B8C1}"/>
                </a:ext>
              </a:extLst>
            </p:cNvPr>
            <p:cNvCxnSpPr/>
            <p:nvPr/>
          </p:nvCxnSpPr>
          <p:spPr>
            <a:xfrm>
              <a:off x="7236542" y="403123"/>
              <a:ext cx="363793" cy="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32B71756-486D-3954-79FC-B650492D33DC}"/>
                </a:ext>
              </a:extLst>
            </p:cNvPr>
            <p:cNvCxnSpPr/>
            <p:nvPr/>
          </p:nvCxnSpPr>
          <p:spPr>
            <a:xfrm>
              <a:off x="7236541" y="511605"/>
              <a:ext cx="363793" cy="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4803B8D7-99BC-ED99-1230-A2DE177F5C8A}"/>
                </a:ext>
              </a:extLst>
            </p:cNvPr>
            <p:cNvCxnSpPr/>
            <p:nvPr/>
          </p:nvCxnSpPr>
          <p:spPr>
            <a:xfrm>
              <a:off x="7418437" y="614353"/>
              <a:ext cx="181897" cy="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B9712F9D-D8D6-B373-B3C1-589A5EA6CED0}"/>
              </a:ext>
            </a:extLst>
          </p:cNvPr>
          <p:cNvSpPr txBox="1"/>
          <p:nvPr/>
        </p:nvSpPr>
        <p:spPr>
          <a:xfrm>
            <a:off x="2018030" y="2686050"/>
            <a:ext cx="89954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4800" b="1" dirty="0">
                <a:solidFill>
                  <a:schemeClr val="bg1"/>
                </a:solidFill>
                <a:cs typeface="+mn-ea"/>
                <a:sym typeface="+mn-lt"/>
              </a:rPr>
              <a:t>/PARSER</a:t>
            </a:r>
            <a:r>
              <a:rPr lang="zh-CN" altLang="en-US" sz="4800" b="1" dirty="0">
                <a:solidFill>
                  <a:schemeClr val="bg1"/>
                </a:solidFill>
                <a:cs typeface="+mn-ea"/>
                <a:sym typeface="+mn-lt"/>
              </a:rPr>
              <a:t>设计</a:t>
            </a:r>
            <a:r>
              <a:rPr lang="en-US" altLang="zh-CN" sz="4800" b="1" dirty="0">
                <a:solidFill>
                  <a:schemeClr val="bg1"/>
                </a:solidFill>
                <a:cs typeface="+mn-ea"/>
                <a:sym typeface="+mn-lt"/>
              </a:rPr>
              <a:t>/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99B85EC-79EB-4262-9F10-7787FF61CF0F}"/>
              </a:ext>
            </a:extLst>
          </p:cNvPr>
          <p:cNvSpPr txBox="1"/>
          <p:nvPr/>
        </p:nvSpPr>
        <p:spPr>
          <a:xfrm>
            <a:off x="5336540" y="4032885"/>
            <a:ext cx="1886585" cy="467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Part . 04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F41A44B-97FE-51C5-3A3D-715E6C3F1396}"/>
              </a:ext>
            </a:extLst>
          </p:cNvPr>
          <p:cNvSpPr txBox="1"/>
          <p:nvPr/>
        </p:nvSpPr>
        <p:spPr>
          <a:xfrm>
            <a:off x="2791780" y="3320148"/>
            <a:ext cx="6976103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i="1" spc="600" dirty="0">
                <a:solidFill>
                  <a:schemeClr val="bg1">
                    <a:alpha val="70000"/>
                  </a:schemeClr>
                </a:solidFill>
                <a:latin typeface="Malgun Gothic Semilight" panose="020B0502040204020203" pitchFamily="34" charset="-122"/>
                <a:ea typeface="Malgun Gothic Semilight" panose="020B0502040204020203" pitchFamily="34" charset="-122"/>
                <a:cs typeface="Malgun Gothic Semilight" panose="020B0502040204020203" pitchFamily="34" charset="-122"/>
                <a:sym typeface="+mn-lt"/>
              </a:rPr>
              <a:t>Parser Design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45649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0">
        <p:random/>
      </p:transition>
    </mc:Choice>
    <mc:Fallback xmlns="">
      <p:transition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87DAA-47C8-6598-FDB2-A7AD146A3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FBEF2E3B-6CED-2B5F-0FBD-CDE5AA955033}"/>
              </a:ext>
            </a:extLst>
          </p:cNvPr>
          <p:cNvSpPr/>
          <p:nvPr/>
        </p:nvSpPr>
        <p:spPr>
          <a:xfrm>
            <a:off x="-217805" y="-517525"/>
            <a:ext cx="1673225" cy="1673225"/>
          </a:xfrm>
          <a:prstGeom prst="ellipse">
            <a:avLst/>
          </a:prstGeom>
          <a:gradFill>
            <a:gsLst>
              <a:gs pos="0">
                <a:srgbClr val="7578B7">
                  <a:alpha val="8000"/>
                </a:srgbClr>
              </a:gs>
              <a:gs pos="100000">
                <a:srgbClr val="6366AD">
                  <a:alpha val="8000"/>
                </a:srgbClr>
              </a:gs>
            </a:gsLst>
            <a:lin ang="15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612E60A1-1E14-467F-710E-E5801A643C63}"/>
              </a:ext>
            </a:extLst>
          </p:cNvPr>
          <p:cNvSpPr/>
          <p:nvPr/>
        </p:nvSpPr>
        <p:spPr>
          <a:xfrm>
            <a:off x="791210" y="375920"/>
            <a:ext cx="505460" cy="505460"/>
          </a:xfrm>
          <a:prstGeom prst="ellipse">
            <a:avLst/>
          </a:prstGeom>
          <a:gradFill>
            <a:gsLst>
              <a:gs pos="0">
                <a:srgbClr val="7578B7">
                  <a:alpha val="8000"/>
                </a:srgbClr>
              </a:gs>
              <a:gs pos="100000">
                <a:srgbClr val="6366AD"/>
              </a:gs>
            </a:gsLst>
            <a:lin ang="15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9FB16FB-A87D-1F13-B13B-6148A466470B}"/>
              </a:ext>
            </a:extLst>
          </p:cNvPr>
          <p:cNvSpPr txBox="1"/>
          <p:nvPr/>
        </p:nvSpPr>
        <p:spPr>
          <a:xfrm>
            <a:off x="1344199" y="419715"/>
            <a:ext cx="2515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ea"/>
                <a:sym typeface="+mn-lt"/>
              </a:rPr>
              <a:t>Parser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ea"/>
                <a:sym typeface="+mn-lt"/>
              </a:rPr>
              <a:t>设计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  <a:cs typeface="+mn-ea"/>
              <a:sym typeface="+mn-lt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8F14282-AA11-9DBB-8865-BDA811985B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651" y="494486"/>
            <a:ext cx="5057139" cy="620310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8E91953D-F2F4-81FD-2100-98F54C9260F0}"/>
              </a:ext>
            </a:extLst>
          </p:cNvPr>
          <p:cNvSpPr txBox="1"/>
          <p:nvPr/>
        </p:nvSpPr>
        <p:spPr>
          <a:xfrm>
            <a:off x="4689190" y="6002242"/>
            <a:ext cx="1353185" cy="467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dirty="0">
                <a:solidFill>
                  <a:srgbClr val="6572A1">
                    <a:alpha val="54000"/>
                  </a:srgbClr>
                </a:solidFill>
                <a:cs typeface="+mn-ea"/>
                <a:sym typeface="+mn-lt"/>
              </a:rPr>
              <a:t>Part . 04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94CCAA4-EEB0-D651-B1B0-5F984B6987E8}"/>
              </a:ext>
            </a:extLst>
          </p:cNvPr>
          <p:cNvSpPr txBox="1"/>
          <p:nvPr/>
        </p:nvSpPr>
        <p:spPr>
          <a:xfrm>
            <a:off x="738336" y="1260858"/>
            <a:ext cx="3592833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/>
              <a:t>Script</a:t>
            </a:r>
            <a:r>
              <a:rPr lang="zh-CN" altLang="en-US" sz="1600" b="1" dirty="0"/>
              <a:t>（脚本容器）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存储所有对话步骤的映射表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记录脚本中使用的变量集合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定义对话入口点</a:t>
            </a:r>
          </a:p>
          <a:p>
            <a:r>
              <a:rPr lang="en-US" altLang="zh-CN" dirty="0"/>
              <a:t>	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589116D-AE65-F170-9A83-9A22277E9DAB}"/>
              </a:ext>
            </a:extLst>
          </p:cNvPr>
          <p:cNvSpPr txBox="1"/>
          <p:nvPr/>
        </p:nvSpPr>
        <p:spPr>
          <a:xfrm>
            <a:off x="2016123" y="2938355"/>
            <a:ext cx="3927090" cy="1532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/>
              <a:t>Step</a:t>
            </a:r>
            <a:r>
              <a:rPr lang="zh-CN" altLang="en-US" sz="1600" b="1" dirty="0"/>
              <a:t>（对话步骤）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对话的基本执行单元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包含：说话内容、监听配置、分支逻辑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支持执行多个业务动作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BACEEB6-5608-05DC-FE11-E387C72F6170}"/>
              </a:ext>
            </a:extLst>
          </p:cNvPr>
          <p:cNvSpPr txBox="1"/>
          <p:nvPr/>
        </p:nvSpPr>
        <p:spPr>
          <a:xfrm>
            <a:off x="738336" y="4622178"/>
            <a:ext cx="3927090" cy="1532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/>
              <a:t>Expression</a:t>
            </a:r>
            <a:r>
              <a:rPr lang="zh-CN" altLang="en-US" sz="1600" b="1" dirty="0"/>
              <a:t>（表达式）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动态内容的构建与组合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支持变量引用与字符串拼接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运行时求值生成最终输出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01926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0">
        <p:random/>
      </p:transition>
    </mc:Choice>
    <mc:Fallback xmlns="">
      <p:transition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2B93D-17DC-FE77-73A1-0AD2FC162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E339B221-1C06-7089-D220-26BF1C29EAFF}"/>
              </a:ext>
            </a:extLst>
          </p:cNvPr>
          <p:cNvSpPr/>
          <p:nvPr/>
        </p:nvSpPr>
        <p:spPr>
          <a:xfrm>
            <a:off x="-165185" y="-278210"/>
            <a:ext cx="1673225" cy="1673225"/>
          </a:xfrm>
          <a:prstGeom prst="ellipse">
            <a:avLst/>
          </a:prstGeom>
          <a:gradFill>
            <a:gsLst>
              <a:gs pos="0">
                <a:srgbClr val="7578B7">
                  <a:alpha val="8000"/>
                </a:srgbClr>
              </a:gs>
              <a:gs pos="100000">
                <a:srgbClr val="6366AD">
                  <a:alpha val="8000"/>
                </a:srgbClr>
              </a:gs>
            </a:gsLst>
            <a:lin ang="15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4E6DF026-D33C-4DC9-598C-C6660193D238}"/>
              </a:ext>
            </a:extLst>
          </p:cNvPr>
          <p:cNvSpPr/>
          <p:nvPr/>
        </p:nvSpPr>
        <p:spPr>
          <a:xfrm>
            <a:off x="843830" y="615235"/>
            <a:ext cx="505460" cy="505460"/>
          </a:xfrm>
          <a:prstGeom prst="ellipse">
            <a:avLst/>
          </a:prstGeom>
          <a:gradFill>
            <a:gsLst>
              <a:gs pos="0">
                <a:srgbClr val="7578B7">
                  <a:alpha val="8000"/>
                </a:srgbClr>
              </a:gs>
              <a:gs pos="100000">
                <a:srgbClr val="6366AD"/>
              </a:gs>
            </a:gsLst>
            <a:lin ang="15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F05C0D7-B541-D2AF-82B4-093E5735AC97}"/>
              </a:ext>
            </a:extLst>
          </p:cNvPr>
          <p:cNvSpPr txBox="1"/>
          <p:nvPr/>
        </p:nvSpPr>
        <p:spPr>
          <a:xfrm>
            <a:off x="1393293" y="738580"/>
            <a:ext cx="24535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ea"/>
                <a:sym typeface="+mn-lt"/>
              </a:rPr>
              <a:t>Parser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ea"/>
                <a:sym typeface="+mn-lt"/>
              </a:rPr>
              <a:t>解析过程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9D03AEB-19DA-1718-01E5-7AD6907A945C}"/>
              </a:ext>
            </a:extLst>
          </p:cNvPr>
          <p:cNvSpPr txBox="1"/>
          <p:nvPr/>
        </p:nvSpPr>
        <p:spPr>
          <a:xfrm>
            <a:off x="4805792" y="5873367"/>
            <a:ext cx="1353185" cy="467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dirty="0">
                <a:solidFill>
                  <a:srgbClr val="6572A1">
                    <a:alpha val="54000"/>
                  </a:srgbClr>
                </a:solidFill>
                <a:cs typeface="+mn-ea"/>
                <a:sym typeface="+mn-lt"/>
              </a:rPr>
              <a:t>Part . 04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7FE60C3-F4A0-18B7-26E4-521A98F6FAC8}"/>
              </a:ext>
            </a:extLst>
          </p:cNvPr>
          <p:cNvSpPr txBox="1"/>
          <p:nvPr/>
        </p:nvSpPr>
        <p:spPr>
          <a:xfrm>
            <a:off x="1130072" y="2907735"/>
            <a:ext cx="2753564" cy="249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+mn-ea"/>
              </a:rPr>
              <a:t>使用</a:t>
            </a:r>
            <a:r>
              <a:rPr lang="en-US" altLang="zh-CN" sz="1600" dirty="0" err="1">
                <a:latin typeface="+mn-ea"/>
              </a:rPr>
              <a:t>shlex</a:t>
            </a:r>
            <a:r>
              <a:rPr lang="zh-CN" altLang="en-US" sz="1600" dirty="0">
                <a:latin typeface="+mn-ea"/>
              </a:rPr>
              <a:t>智能处理引号与转义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+mn-ea"/>
              </a:rPr>
              <a:t>保持字符串字面量的完整性</a:t>
            </a:r>
            <a:endParaRPr lang="en-US" altLang="zh-CN" sz="16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200" i="1" dirty="0">
                <a:latin typeface="+mn-ea"/>
              </a:rPr>
              <a:t>输入</a:t>
            </a:r>
            <a:r>
              <a:rPr lang="en-US" altLang="zh-CN" sz="1200" i="1" dirty="0">
                <a:latin typeface="+mn-ea"/>
              </a:rPr>
              <a:t>: Speak "Hello, " + $name</a:t>
            </a:r>
          </a:p>
          <a:p>
            <a:pPr>
              <a:lnSpc>
                <a:spcPct val="150000"/>
              </a:lnSpc>
            </a:pPr>
            <a:r>
              <a:rPr lang="zh-CN" altLang="en-US" sz="1200" i="1" dirty="0">
                <a:latin typeface="+mn-ea"/>
              </a:rPr>
              <a:t>输出</a:t>
            </a:r>
            <a:r>
              <a:rPr lang="en-US" altLang="zh-CN" sz="1200" i="1" dirty="0">
                <a:latin typeface="+mn-ea"/>
              </a:rPr>
              <a:t>: ['Speak', 'Hello, ', '+', '$name']</a:t>
            </a:r>
          </a:p>
          <a:p>
            <a:pPr>
              <a:lnSpc>
                <a:spcPct val="150000"/>
              </a:lnSpc>
            </a:pPr>
            <a:endParaRPr lang="zh-CN" altLang="en-US" dirty="0">
              <a:latin typeface="+mn-ea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5FA8BF6-6B5C-3749-D54C-9CD2DF128B1B}"/>
              </a:ext>
            </a:extLst>
          </p:cNvPr>
          <p:cNvSpPr/>
          <p:nvPr/>
        </p:nvSpPr>
        <p:spPr>
          <a:xfrm>
            <a:off x="1074483" y="2095246"/>
            <a:ext cx="2797271" cy="3089051"/>
          </a:xfrm>
          <a:prstGeom prst="rect">
            <a:avLst/>
          </a:prstGeom>
          <a:noFill/>
          <a:ln w="63500">
            <a:solidFill>
              <a:srgbClr val="6572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id-ID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A835C78-C6AC-0186-A6BB-0447153F1ED1}"/>
              </a:ext>
            </a:extLst>
          </p:cNvPr>
          <p:cNvSpPr/>
          <p:nvPr/>
        </p:nvSpPr>
        <p:spPr>
          <a:xfrm>
            <a:off x="4409269" y="2094020"/>
            <a:ext cx="2899794" cy="3089051"/>
          </a:xfrm>
          <a:prstGeom prst="rect">
            <a:avLst/>
          </a:prstGeom>
          <a:noFill/>
          <a:ln w="635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id-ID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标题 9">
            <a:extLst>
              <a:ext uri="{FF2B5EF4-FFF2-40B4-BE49-F238E27FC236}">
                <a16:creationId xmlns:a16="http://schemas.microsoft.com/office/drawing/2014/main" id="{37521347-1F07-2165-8268-763FF59FD9E0}"/>
              </a:ext>
            </a:extLst>
          </p:cNvPr>
          <p:cNvSpPr txBox="1"/>
          <p:nvPr/>
        </p:nvSpPr>
        <p:spPr>
          <a:xfrm>
            <a:off x="1593957" y="2479098"/>
            <a:ext cx="1826141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kern="120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词法分析（分词）</a:t>
            </a:r>
          </a:p>
        </p:txBody>
      </p:sp>
      <p:sp>
        <p:nvSpPr>
          <p:cNvPr id="13" name="标题 9">
            <a:extLst>
              <a:ext uri="{FF2B5EF4-FFF2-40B4-BE49-F238E27FC236}">
                <a16:creationId xmlns:a16="http://schemas.microsoft.com/office/drawing/2014/main" id="{87C87D34-052B-CDA0-CAE2-AD01A5434F98}"/>
              </a:ext>
            </a:extLst>
          </p:cNvPr>
          <p:cNvSpPr txBox="1"/>
          <p:nvPr/>
        </p:nvSpPr>
        <p:spPr>
          <a:xfrm>
            <a:off x="4812979" y="2477872"/>
            <a:ext cx="2270290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kern="120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语法分析（构建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AST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</a:t>
            </a:r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D6CF07DC-BFB0-399F-B7F4-09872FE34E47}"/>
              </a:ext>
            </a:extLst>
          </p:cNvPr>
          <p:cNvSpPr/>
          <p:nvPr/>
        </p:nvSpPr>
        <p:spPr>
          <a:xfrm>
            <a:off x="7845820" y="2094020"/>
            <a:ext cx="2797271" cy="3089051"/>
          </a:xfrm>
          <a:prstGeom prst="rect">
            <a:avLst/>
          </a:prstGeom>
          <a:noFill/>
          <a:ln w="63500">
            <a:solidFill>
              <a:srgbClr val="7578B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id-ID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" name="标题 9">
            <a:extLst>
              <a:ext uri="{FF2B5EF4-FFF2-40B4-BE49-F238E27FC236}">
                <a16:creationId xmlns:a16="http://schemas.microsoft.com/office/drawing/2014/main" id="{96734877-D5C2-4754-19EF-D56E7E45F942}"/>
              </a:ext>
            </a:extLst>
          </p:cNvPr>
          <p:cNvSpPr txBox="1"/>
          <p:nvPr/>
        </p:nvSpPr>
        <p:spPr>
          <a:xfrm>
            <a:off x="8702576" y="2477872"/>
            <a:ext cx="1061509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kern="120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语义验证</a:t>
            </a: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0C3D2F40-6B4B-011C-6DA7-E284643EB832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3871754" y="3638546"/>
            <a:ext cx="537515" cy="1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538C727E-2A5C-BFC2-0A82-671069D393F0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7309063" y="3638546"/>
            <a:ext cx="5367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FB508A66-90D6-EAEC-9F5A-967F6C07FB38}"/>
              </a:ext>
            </a:extLst>
          </p:cNvPr>
          <p:cNvSpPr txBox="1"/>
          <p:nvPr/>
        </p:nvSpPr>
        <p:spPr>
          <a:xfrm>
            <a:off x="7965352" y="2730504"/>
            <a:ext cx="2753564" cy="1839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1600" dirty="0">
                <a:latin typeface="+mn-ea"/>
              </a:rPr>
              <a:t>检查所有步骤引用是否存在</a:t>
            </a:r>
          </a:p>
          <a:p>
            <a:pPr>
              <a:lnSpc>
                <a:spcPct val="250000"/>
              </a:lnSpc>
            </a:pPr>
            <a:r>
              <a:rPr lang="zh-CN" altLang="en-US" sz="1600" dirty="0">
                <a:latin typeface="+mn-ea"/>
              </a:rPr>
              <a:t>验证语法结构的完整性</a:t>
            </a:r>
          </a:p>
          <a:p>
            <a:pPr>
              <a:lnSpc>
                <a:spcPct val="250000"/>
              </a:lnSpc>
            </a:pPr>
            <a:r>
              <a:rPr lang="zh-CN" altLang="en-US" sz="1600" dirty="0">
                <a:latin typeface="+mn-ea"/>
              </a:rPr>
              <a:t>收集脚本中使用的变量</a:t>
            </a:r>
            <a:endParaRPr lang="zh-CN" altLang="en-US" dirty="0">
              <a:latin typeface="+mn-ea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AD2CCE7-37DA-133E-FE74-917BF7018F2D}"/>
              </a:ext>
            </a:extLst>
          </p:cNvPr>
          <p:cNvSpPr txBox="1"/>
          <p:nvPr/>
        </p:nvSpPr>
        <p:spPr>
          <a:xfrm>
            <a:off x="4528802" y="2742427"/>
            <a:ext cx="2982780" cy="1839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1600" dirty="0">
                <a:latin typeface="+mn-ea"/>
              </a:rPr>
              <a:t>按行解析，识别关键字</a:t>
            </a:r>
          </a:p>
          <a:p>
            <a:pPr>
              <a:lnSpc>
                <a:spcPct val="250000"/>
              </a:lnSpc>
            </a:pPr>
            <a:r>
              <a:rPr lang="zh-CN" altLang="en-US" sz="1600" dirty="0">
                <a:latin typeface="+mn-ea"/>
              </a:rPr>
              <a:t>根据关键字调用对应解析函数</a:t>
            </a:r>
          </a:p>
          <a:p>
            <a:pPr>
              <a:lnSpc>
                <a:spcPct val="250000"/>
              </a:lnSpc>
            </a:pPr>
            <a:r>
              <a:rPr lang="zh-CN" altLang="en-US" sz="1600" dirty="0">
                <a:latin typeface="+mn-ea"/>
              </a:rPr>
              <a:t>构建内存中的对象树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22631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0">
        <p:random/>
      </p:transition>
    </mc:Choice>
    <mc:Fallback xmlns="">
      <p:transition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4" grpId="0" bldLvl="0" animBg="1"/>
      <p:bldP spid="5" grpId="0" bldLvl="0" animBg="1"/>
      <p:bldP spid="9" grpId="0"/>
      <p:bldP spid="13" grpId="0"/>
      <p:bldP spid="15" grpId="0" bldLvl="0" animBg="1"/>
      <p:bldP spid="16" grpId="0"/>
      <p:bldP spid="27" grpId="0"/>
      <p:bldP spid="2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9E33F-A0E3-5C82-C80B-5FC0F715A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未命名 -1_WPS图片">
            <a:extLst>
              <a:ext uri="{FF2B5EF4-FFF2-40B4-BE49-F238E27FC236}">
                <a16:creationId xmlns:a16="http://schemas.microsoft.com/office/drawing/2014/main" id="{9939CDCF-4A47-038F-14CD-63B1180233E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5" y="-635"/>
            <a:ext cx="12191365" cy="6858635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4321EE68-5543-4CE7-DE2D-C28BA8B8B560}"/>
              </a:ext>
            </a:extLst>
          </p:cNvPr>
          <p:cNvGrpSpPr/>
          <p:nvPr/>
        </p:nvGrpSpPr>
        <p:grpSpPr>
          <a:xfrm>
            <a:off x="11461302" y="513441"/>
            <a:ext cx="363794" cy="211230"/>
            <a:chOff x="7236541" y="403123"/>
            <a:chExt cx="363794" cy="211230"/>
          </a:xfrm>
        </p:grpSpPr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D512B902-AD80-ED6B-E5EE-2BAE85D6864F}"/>
                </a:ext>
              </a:extLst>
            </p:cNvPr>
            <p:cNvCxnSpPr/>
            <p:nvPr/>
          </p:nvCxnSpPr>
          <p:spPr>
            <a:xfrm>
              <a:off x="7236542" y="403123"/>
              <a:ext cx="363793" cy="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237C484C-DFC9-1377-0F85-EE0F4AD00176}"/>
                </a:ext>
              </a:extLst>
            </p:cNvPr>
            <p:cNvCxnSpPr/>
            <p:nvPr/>
          </p:nvCxnSpPr>
          <p:spPr>
            <a:xfrm>
              <a:off x="7236541" y="511605"/>
              <a:ext cx="363793" cy="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72CCDAD3-5A16-AB14-1552-7D76AAAFC4D0}"/>
                </a:ext>
              </a:extLst>
            </p:cNvPr>
            <p:cNvCxnSpPr/>
            <p:nvPr/>
          </p:nvCxnSpPr>
          <p:spPr>
            <a:xfrm>
              <a:off x="7418437" y="614353"/>
              <a:ext cx="181897" cy="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80007B64-93CD-9597-FADC-3263BB01BCAE}"/>
              </a:ext>
            </a:extLst>
          </p:cNvPr>
          <p:cNvSpPr txBox="1"/>
          <p:nvPr/>
        </p:nvSpPr>
        <p:spPr>
          <a:xfrm>
            <a:off x="2018030" y="2686050"/>
            <a:ext cx="89954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4800" b="1" dirty="0">
                <a:solidFill>
                  <a:schemeClr val="bg1"/>
                </a:solidFill>
                <a:cs typeface="+mn-ea"/>
                <a:sym typeface="+mn-lt"/>
              </a:rPr>
              <a:t>/INTEPRETER</a:t>
            </a:r>
            <a:r>
              <a:rPr lang="zh-CN" altLang="en-US" sz="4800" b="1" dirty="0">
                <a:solidFill>
                  <a:schemeClr val="bg1"/>
                </a:solidFill>
                <a:cs typeface="+mn-ea"/>
                <a:sym typeface="+mn-lt"/>
              </a:rPr>
              <a:t>设计</a:t>
            </a:r>
            <a:r>
              <a:rPr lang="en-US" altLang="zh-CN" sz="4800" b="1" dirty="0">
                <a:solidFill>
                  <a:schemeClr val="bg1"/>
                </a:solidFill>
                <a:cs typeface="+mn-ea"/>
                <a:sym typeface="+mn-lt"/>
              </a:rPr>
              <a:t>/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347E168-5001-69A9-29BA-03F35E620316}"/>
              </a:ext>
            </a:extLst>
          </p:cNvPr>
          <p:cNvSpPr txBox="1"/>
          <p:nvPr/>
        </p:nvSpPr>
        <p:spPr>
          <a:xfrm>
            <a:off x="5336540" y="4032885"/>
            <a:ext cx="1886585" cy="467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Part . 05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877A49C-CDDF-853E-CBAC-9CFC4306CDEB}"/>
              </a:ext>
            </a:extLst>
          </p:cNvPr>
          <p:cNvSpPr txBox="1"/>
          <p:nvPr/>
        </p:nvSpPr>
        <p:spPr>
          <a:xfrm>
            <a:off x="2791780" y="3320148"/>
            <a:ext cx="6976103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i="1" spc="600" dirty="0">
                <a:solidFill>
                  <a:schemeClr val="bg1">
                    <a:alpha val="70000"/>
                  </a:schemeClr>
                </a:solidFill>
                <a:latin typeface="Malgun Gothic Semilight" panose="020B0502040204020203" pitchFamily="34" charset="-122"/>
                <a:ea typeface="Malgun Gothic Semilight" panose="020B0502040204020203" pitchFamily="34" charset="-122"/>
                <a:cs typeface="Malgun Gothic Semilight" panose="020B0502040204020203" pitchFamily="34" charset="-122"/>
                <a:sym typeface="+mn-lt"/>
              </a:rPr>
              <a:t>Interpreter Design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06481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0">
        <p:random/>
      </p:transition>
    </mc:Choice>
    <mc:Fallback xmlns="">
      <p:transition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CB011-436F-1286-C033-460B5E156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53116836-75EA-6DAA-7084-225331E680E6}"/>
              </a:ext>
            </a:extLst>
          </p:cNvPr>
          <p:cNvSpPr/>
          <p:nvPr/>
        </p:nvSpPr>
        <p:spPr>
          <a:xfrm>
            <a:off x="-165185" y="-278210"/>
            <a:ext cx="1673225" cy="1673225"/>
          </a:xfrm>
          <a:prstGeom prst="ellipse">
            <a:avLst/>
          </a:prstGeom>
          <a:gradFill>
            <a:gsLst>
              <a:gs pos="0">
                <a:srgbClr val="7578B7">
                  <a:alpha val="8000"/>
                </a:srgbClr>
              </a:gs>
              <a:gs pos="100000">
                <a:srgbClr val="6366AD">
                  <a:alpha val="8000"/>
                </a:srgbClr>
              </a:gs>
            </a:gsLst>
            <a:lin ang="15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4A42AFC-96C7-CFA0-6382-E0942E080EF4}"/>
              </a:ext>
            </a:extLst>
          </p:cNvPr>
          <p:cNvSpPr/>
          <p:nvPr/>
        </p:nvSpPr>
        <p:spPr>
          <a:xfrm>
            <a:off x="843830" y="615235"/>
            <a:ext cx="505460" cy="505460"/>
          </a:xfrm>
          <a:prstGeom prst="ellipse">
            <a:avLst/>
          </a:prstGeom>
          <a:gradFill>
            <a:gsLst>
              <a:gs pos="0">
                <a:srgbClr val="7578B7">
                  <a:alpha val="8000"/>
                </a:srgbClr>
              </a:gs>
              <a:gs pos="100000">
                <a:srgbClr val="6366AD"/>
              </a:gs>
            </a:gsLst>
            <a:lin ang="15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E18F5E5-7CC6-6ADB-1FAE-82BF43980466}"/>
              </a:ext>
            </a:extLst>
          </p:cNvPr>
          <p:cNvSpPr txBox="1"/>
          <p:nvPr/>
        </p:nvSpPr>
        <p:spPr>
          <a:xfrm>
            <a:off x="1423978" y="582308"/>
            <a:ext cx="2712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ea"/>
                <a:sym typeface="+mn-lt"/>
              </a:rPr>
              <a:t>Interpreter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ea"/>
                <a:sym typeface="+mn-lt"/>
              </a:rPr>
              <a:t>分析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7172C2D-F196-9ECE-23A1-6C155CA4EE8D}"/>
              </a:ext>
            </a:extLst>
          </p:cNvPr>
          <p:cNvSpPr txBox="1"/>
          <p:nvPr/>
        </p:nvSpPr>
        <p:spPr>
          <a:xfrm>
            <a:off x="4805792" y="5873367"/>
            <a:ext cx="1353185" cy="467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dirty="0">
                <a:solidFill>
                  <a:srgbClr val="6572A1">
                    <a:alpha val="54000"/>
                  </a:srgbClr>
                </a:solidFill>
                <a:cs typeface="+mn-ea"/>
                <a:sym typeface="+mn-lt"/>
              </a:rPr>
              <a:t>Part . 05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46CA696-9320-A57A-6C49-E37F60595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884" y="1315235"/>
            <a:ext cx="2334101" cy="536772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EE1C391-5187-2760-8231-5264108DE96D}"/>
              </a:ext>
            </a:extLst>
          </p:cNvPr>
          <p:cNvSpPr txBox="1"/>
          <p:nvPr/>
        </p:nvSpPr>
        <p:spPr>
          <a:xfrm>
            <a:off x="3683057" y="1570947"/>
            <a:ext cx="7535249" cy="858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主流程在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run_interpreter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函数中进行，接收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Parser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AST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树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Script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为参数。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09491B1-9388-A893-2EFD-0A52179D4EC3}"/>
              </a:ext>
            </a:extLst>
          </p:cNvPr>
          <p:cNvSpPr txBox="1"/>
          <p:nvPr/>
        </p:nvSpPr>
        <p:spPr>
          <a:xfrm>
            <a:off x="3683057" y="2315530"/>
            <a:ext cx="7371006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初始化：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42950" lvl="1" indent="-285750" latinLnBrk="1"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环境变量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env_vars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42950" lvl="1" indent="-285750" latinLnBrk="1"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当前步骤为脚本入口</a:t>
            </a:r>
          </a:p>
          <a:p>
            <a:pPr marL="742950" lvl="1" indent="-285750" latinLnBrk="1"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待跳转目标为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None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42950" lvl="1" indent="-285750" latinLnBrk="1">
              <a:buFont typeface="Arial" panose="020B0604020202020204" pitchFamily="34" charset="0"/>
              <a:buChar char="•"/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66D0BE2-B715-3B2C-8D05-2F6FDDABEA41}"/>
              </a:ext>
            </a:extLst>
          </p:cNvPr>
          <p:cNvSpPr txBox="1"/>
          <p:nvPr/>
        </p:nvSpPr>
        <p:spPr>
          <a:xfrm>
            <a:off x="3683057" y="3830786"/>
            <a:ext cx="7371006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主循环（直至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exit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结束）：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42950" lvl="1" indent="-285750" latinLnBrk="1"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按照左图流程进行状态转换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42950" lvl="1" indent="-285750" latinLnBrk="1"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注意在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Branch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语句后，不立即进行跳转，而是设置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Jump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值，在执行完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Action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后再进行跳转；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42950" lvl="1" indent="-285750" latinLnBrk="1">
              <a:buFont typeface="Arial" panose="020B0604020202020204" pitchFamily="34" charset="0"/>
              <a:buChar char="•"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Action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可能有多条，统一执行完后再进行跳转；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42950" lvl="1" indent="-285750" latinLnBrk="1"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具体的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Action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函数通过查找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ACTION_TABLE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从而跳转到对应函数；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42950" lvl="1" indent="-285750" latinLnBrk="1"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如果没有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Listen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语句会直接跳转到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Default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2883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0">
        <p:random/>
      </p:transition>
    </mc:Choice>
    <mc:Fallback xmlns="">
      <p:transition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BE59C-1972-1633-8592-486BE3B7A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未命名 -1_WPS图片">
            <a:extLst>
              <a:ext uri="{FF2B5EF4-FFF2-40B4-BE49-F238E27FC236}">
                <a16:creationId xmlns:a16="http://schemas.microsoft.com/office/drawing/2014/main" id="{D48DE992-BEF2-6C85-C38B-D110DD021B5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091"/>
            <a:ext cx="12191365" cy="6858635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0A498CE4-28F8-04C3-9773-F3AE53AE757F}"/>
              </a:ext>
            </a:extLst>
          </p:cNvPr>
          <p:cNvGrpSpPr/>
          <p:nvPr/>
        </p:nvGrpSpPr>
        <p:grpSpPr>
          <a:xfrm>
            <a:off x="11461302" y="513441"/>
            <a:ext cx="363794" cy="211230"/>
            <a:chOff x="7236541" y="403123"/>
            <a:chExt cx="363794" cy="211230"/>
          </a:xfrm>
        </p:grpSpPr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FBCEDC3A-AD5C-0BD4-3B9D-EEE324DA0804}"/>
                </a:ext>
              </a:extLst>
            </p:cNvPr>
            <p:cNvCxnSpPr/>
            <p:nvPr/>
          </p:nvCxnSpPr>
          <p:spPr>
            <a:xfrm>
              <a:off x="7236542" y="403123"/>
              <a:ext cx="363793" cy="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D249F13E-2381-23BB-930A-B24D5594F0D2}"/>
                </a:ext>
              </a:extLst>
            </p:cNvPr>
            <p:cNvCxnSpPr/>
            <p:nvPr/>
          </p:nvCxnSpPr>
          <p:spPr>
            <a:xfrm>
              <a:off x="7236541" y="511605"/>
              <a:ext cx="363793" cy="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6D4B571E-46BD-1D05-35E1-3871981D4579}"/>
                </a:ext>
              </a:extLst>
            </p:cNvPr>
            <p:cNvCxnSpPr/>
            <p:nvPr/>
          </p:nvCxnSpPr>
          <p:spPr>
            <a:xfrm>
              <a:off x="7418437" y="614353"/>
              <a:ext cx="181897" cy="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BCD5F31E-FCB2-6264-149D-59A770F5332B}"/>
              </a:ext>
            </a:extLst>
          </p:cNvPr>
          <p:cNvSpPr txBox="1"/>
          <p:nvPr/>
        </p:nvSpPr>
        <p:spPr>
          <a:xfrm>
            <a:off x="2018030" y="2686050"/>
            <a:ext cx="89954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4800" b="1" dirty="0">
                <a:solidFill>
                  <a:schemeClr val="bg1"/>
                </a:solidFill>
                <a:cs typeface="+mn-ea"/>
                <a:sym typeface="+mn-lt"/>
              </a:rPr>
              <a:t>/</a:t>
            </a:r>
            <a:r>
              <a:rPr lang="zh-CN" altLang="en-US" sz="4800" b="1" dirty="0">
                <a:solidFill>
                  <a:schemeClr val="bg1"/>
                </a:solidFill>
                <a:cs typeface="+mn-ea"/>
                <a:sym typeface="+mn-lt"/>
              </a:rPr>
              <a:t>支撑层设计</a:t>
            </a:r>
            <a:r>
              <a:rPr lang="en-US" altLang="zh-CN" sz="4800" b="1" dirty="0">
                <a:solidFill>
                  <a:schemeClr val="bg1"/>
                </a:solidFill>
                <a:cs typeface="+mn-ea"/>
                <a:sym typeface="+mn-lt"/>
              </a:rPr>
              <a:t>/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41DF75B-892A-D2FB-BF8B-E851AD72066E}"/>
              </a:ext>
            </a:extLst>
          </p:cNvPr>
          <p:cNvSpPr txBox="1"/>
          <p:nvPr/>
        </p:nvSpPr>
        <p:spPr>
          <a:xfrm>
            <a:off x="5336540" y="4032885"/>
            <a:ext cx="1886585" cy="467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Part . 06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1A1AC01-F1E2-2732-A05B-5E77D712437C}"/>
              </a:ext>
            </a:extLst>
          </p:cNvPr>
          <p:cNvSpPr txBox="1"/>
          <p:nvPr/>
        </p:nvSpPr>
        <p:spPr>
          <a:xfrm>
            <a:off x="2791780" y="3320148"/>
            <a:ext cx="6976103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i="1" spc="600" dirty="0">
                <a:solidFill>
                  <a:schemeClr val="bg1">
                    <a:alpha val="70000"/>
                  </a:schemeClr>
                </a:solidFill>
                <a:latin typeface="Malgun Gothic Semilight" panose="020B0502040204020203" pitchFamily="34" charset="-122"/>
                <a:ea typeface="Malgun Gothic Semilight" panose="020B0502040204020203" pitchFamily="34" charset="-122"/>
                <a:cs typeface="Malgun Gothic Semilight" panose="020B0502040204020203" pitchFamily="34" charset="-122"/>
                <a:sym typeface="+mn-lt"/>
              </a:rPr>
              <a:t>Supportive Tools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24177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0">
        <p:random/>
      </p:transition>
    </mc:Choice>
    <mc:Fallback xmlns="">
      <p:transition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A1965-99CC-0E1D-77D0-776205EFD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0FF0C918-80EF-55D8-D36B-38D70A736C05}"/>
              </a:ext>
            </a:extLst>
          </p:cNvPr>
          <p:cNvSpPr/>
          <p:nvPr/>
        </p:nvSpPr>
        <p:spPr>
          <a:xfrm>
            <a:off x="-165185" y="-278210"/>
            <a:ext cx="1673225" cy="1673225"/>
          </a:xfrm>
          <a:prstGeom prst="ellipse">
            <a:avLst/>
          </a:prstGeom>
          <a:gradFill>
            <a:gsLst>
              <a:gs pos="0">
                <a:srgbClr val="7578B7">
                  <a:alpha val="8000"/>
                </a:srgbClr>
              </a:gs>
              <a:gs pos="100000">
                <a:srgbClr val="6366AD">
                  <a:alpha val="8000"/>
                </a:srgbClr>
              </a:gs>
            </a:gsLst>
            <a:lin ang="15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7618C85B-8FEF-958D-7B44-8CFD2CB260C8}"/>
              </a:ext>
            </a:extLst>
          </p:cNvPr>
          <p:cNvSpPr/>
          <p:nvPr/>
        </p:nvSpPr>
        <p:spPr>
          <a:xfrm>
            <a:off x="843830" y="615235"/>
            <a:ext cx="505460" cy="505460"/>
          </a:xfrm>
          <a:prstGeom prst="ellipse">
            <a:avLst/>
          </a:prstGeom>
          <a:gradFill>
            <a:gsLst>
              <a:gs pos="0">
                <a:srgbClr val="7578B7">
                  <a:alpha val="8000"/>
                </a:srgbClr>
              </a:gs>
              <a:gs pos="100000">
                <a:srgbClr val="6366AD"/>
              </a:gs>
            </a:gsLst>
            <a:lin ang="15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D76D64B-C047-A457-666B-529A1DB948F1}"/>
              </a:ext>
            </a:extLst>
          </p:cNvPr>
          <p:cNvSpPr txBox="1"/>
          <p:nvPr/>
        </p:nvSpPr>
        <p:spPr>
          <a:xfrm>
            <a:off x="4805792" y="5873367"/>
            <a:ext cx="1353185" cy="467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dirty="0">
                <a:solidFill>
                  <a:srgbClr val="6572A1">
                    <a:alpha val="54000"/>
                  </a:srgbClr>
                </a:solidFill>
                <a:cs typeface="+mn-ea"/>
                <a:sym typeface="+mn-lt"/>
              </a:rPr>
              <a:t>Part . 06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90DF8C5-0C05-68E0-771E-E8390030AE02}"/>
              </a:ext>
            </a:extLst>
          </p:cNvPr>
          <p:cNvSpPr txBox="1"/>
          <p:nvPr/>
        </p:nvSpPr>
        <p:spPr>
          <a:xfrm>
            <a:off x="1436252" y="754141"/>
            <a:ext cx="2712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ea"/>
                <a:sym typeface="+mn-lt"/>
              </a:rPr>
              <a:t>意图识别板块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  <a:cs typeface="+mn-ea"/>
              <a:sym typeface="+mn-lt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202D590-92C3-B652-80F5-03E770F58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1867" y="245164"/>
            <a:ext cx="4114800" cy="1352550"/>
          </a:xfrm>
          <a:prstGeom prst="rect">
            <a:avLst/>
          </a:prstGeom>
        </p:spPr>
      </p:pic>
      <p:sp>
        <p:nvSpPr>
          <p:cNvPr id="24" name="深度视觉·原创设计 https://www.docer.com/works?userid=22383862">
            <a:extLst>
              <a:ext uri="{FF2B5EF4-FFF2-40B4-BE49-F238E27FC236}">
                <a16:creationId xmlns:a16="http://schemas.microsoft.com/office/drawing/2014/main" id="{436BE903-3179-AD38-5B34-1353DD9083EB}"/>
              </a:ext>
            </a:extLst>
          </p:cNvPr>
          <p:cNvSpPr/>
          <p:nvPr/>
        </p:nvSpPr>
        <p:spPr>
          <a:xfrm>
            <a:off x="505819" y="1588917"/>
            <a:ext cx="451539" cy="5405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7673"/>
                </a:moveTo>
                <a:cubicBezTo>
                  <a:pt x="4588" y="17673"/>
                  <a:pt x="1200" y="16051"/>
                  <a:pt x="1200" y="15218"/>
                </a:cubicBezTo>
                <a:cubicBezTo>
                  <a:pt x="1200" y="14690"/>
                  <a:pt x="1355" y="14275"/>
                  <a:pt x="1611" y="13896"/>
                </a:cubicBezTo>
                <a:cubicBezTo>
                  <a:pt x="3255" y="14967"/>
                  <a:pt x="6746" y="15709"/>
                  <a:pt x="10800" y="15709"/>
                </a:cubicBezTo>
                <a:cubicBezTo>
                  <a:pt x="14856" y="15709"/>
                  <a:pt x="18345" y="14966"/>
                  <a:pt x="19987" y="13894"/>
                </a:cubicBezTo>
                <a:cubicBezTo>
                  <a:pt x="20244" y="14273"/>
                  <a:pt x="20400" y="14689"/>
                  <a:pt x="20400" y="15218"/>
                </a:cubicBezTo>
                <a:cubicBezTo>
                  <a:pt x="20400" y="16051"/>
                  <a:pt x="17011" y="17673"/>
                  <a:pt x="10800" y="17673"/>
                </a:cubicBezTo>
                <a:moveTo>
                  <a:pt x="10800" y="20618"/>
                </a:moveTo>
                <a:cubicBezTo>
                  <a:pt x="9475" y="20618"/>
                  <a:pt x="8400" y="19739"/>
                  <a:pt x="8400" y="18655"/>
                </a:cubicBezTo>
                <a:cubicBezTo>
                  <a:pt x="8400" y="18625"/>
                  <a:pt x="8408" y="18597"/>
                  <a:pt x="8409" y="18567"/>
                </a:cubicBezTo>
                <a:cubicBezTo>
                  <a:pt x="9179" y="18623"/>
                  <a:pt x="9977" y="18655"/>
                  <a:pt x="10800" y="18655"/>
                </a:cubicBezTo>
                <a:cubicBezTo>
                  <a:pt x="11623" y="18655"/>
                  <a:pt x="12421" y="18623"/>
                  <a:pt x="13191" y="18567"/>
                </a:cubicBezTo>
                <a:cubicBezTo>
                  <a:pt x="13192" y="18597"/>
                  <a:pt x="13200" y="18625"/>
                  <a:pt x="13200" y="18655"/>
                </a:cubicBezTo>
                <a:cubicBezTo>
                  <a:pt x="13200" y="19739"/>
                  <a:pt x="12125" y="20618"/>
                  <a:pt x="10800" y="20618"/>
                </a:cubicBezTo>
                <a:moveTo>
                  <a:pt x="2948" y="12551"/>
                </a:moveTo>
                <a:cubicBezTo>
                  <a:pt x="4308" y="11388"/>
                  <a:pt x="6000" y="9939"/>
                  <a:pt x="6000" y="6873"/>
                </a:cubicBezTo>
                <a:cubicBezTo>
                  <a:pt x="6000" y="5232"/>
                  <a:pt x="7238" y="3825"/>
                  <a:pt x="8988" y="3239"/>
                </a:cubicBezTo>
                <a:cubicBezTo>
                  <a:pt x="9428" y="3657"/>
                  <a:pt x="10072" y="3927"/>
                  <a:pt x="10800" y="3927"/>
                </a:cubicBezTo>
                <a:cubicBezTo>
                  <a:pt x="11528" y="3927"/>
                  <a:pt x="12172" y="3657"/>
                  <a:pt x="12611" y="3239"/>
                </a:cubicBezTo>
                <a:cubicBezTo>
                  <a:pt x="14362" y="3825"/>
                  <a:pt x="15600" y="5232"/>
                  <a:pt x="15600" y="6873"/>
                </a:cubicBezTo>
                <a:cubicBezTo>
                  <a:pt x="15600" y="9939"/>
                  <a:pt x="17292" y="11388"/>
                  <a:pt x="18652" y="12551"/>
                </a:cubicBezTo>
                <a:cubicBezTo>
                  <a:pt x="18911" y="12773"/>
                  <a:pt x="19152" y="12979"/>
                  <a:pt x="19366" y="13183"/>
                </a:cubicBezTo>
                <a:cubicBezTo>
                  <a:pt x="18217" y="14077"/>
                  <a:pt x="14825" y="14727"/>
                  <a:pt x="10800" y="14727"/>
                </a:cubicBezTo>
                <a:cubicBezTo>
                  <a:pt x="6779" y="14727"/>
                  <a:pt x="3383" y="14079"/>
                  <a:pt x="2230" y="13186"/>
                </a:cubicBezTo>
                <a:cubicBezTo>
                  <a:pt x="2446" y="12981"/>
                  <a:pt x="2687" y="12774"/>
                  <a:pt x="2948" y="12551"/>
                </a:cubicBezTo>
                <a:moveTo>
                  <a:pt x="10800" y="982"/>
                </a:moveTo>
                <a:cubicBezTo>
                  <a:pt x="11462" y="982"/>
                  <a:pt x="12000" y="1422"/>
                  <a:pt x="12000" y="1964"/>
                </a:cubicBezTo>
                <a:cubicBezTo>
                  <a:pt x="12000" y="2506"/>
                  <a:pt x="11462" y="2945"/>
                  <a:pt x="10800" y="2945"/>
                </a:cubicBezTo>
                <a:cubicBezTo>
                  <a:pt x="10138" y="2945"/>
                  <a:pt x="9600" y="2506"/>
                  <a:pt x="9600" y="1964"/>
                </a:cubicBezTo>
                <a:cubicBezTo>
                  <a:pt x="9600" y="1422"/>
                  <a:pt x="10138" y="982"/>
                  <a:pt x="10800" y="982"/>
                </a:cubicBezTo>
                <a:moveTo>
                  <a:pt x="21600" y="15218"/>
                </a:moveTo>
                <a:cubicBezTo>
                  <a:pt x="21600" y="11782"/>
                  <a:pt x="16800" y="11782"/>
                  <a:pt x="16800" y="6873"/>
                </a:cubicBezTo>
                <a:cubicBezTo>
                  <a:pt x="16800" y="4845"/>
                  <a:pt x="15296" y="3105"/>
                  <a:pt x="13152" y="2356"/>
                </a:cubicBezTo>
                <a:cubicBezTo>
                  <a:pt x="13183" y="2229"/>
                  <a:pt x="13200" y="2098"/>
                  <a:pt x="13200" y="1964"/>
                </a:cubicBezTo>
                <a:cubicBezTo>
                  <a:pt x="13200" y="879"/>
                  <a:pt x="12125" y="0"/>
                  <a:pt x="10800" y="0"/>
                </a:cubicBezTo>
                <a:cubicBezTo>
                  <a:pt x="9475" y="0"/>
                  <a:pt x="8400" y="879"/>
                  <a:pt x="8400" y="1964"/>
                </a:cubicBezTo>
                <a:cubicBezTo>
                  <a:pt x="8400" y="2098"/>
                  <a:pt x="8417" y="2229"/>
                  <a:pt x="8448" y="2356"/>
                </a:cubicBezTo>
                <a:cubicBezTo>
                  <a:pt x="6304" y="3105"/>
                  <a:pt x="4800" y="4845"/>
                  <a:pt x="4800" y="6873"/>
                </a:cubicBezTo>
                <a:cubicBezTo>
                  <a:pt x="4800" y="11782"/>
                  <a:pt x="0" y="11782"/>
                  <a:pt x="0" y="15218"/>
                </a:cubicBezTo>
                <a:cubicBezTo>
                  <a:pt x="0" y="16716"/>
                  <a:pt x="3016" y="17986"/>
                  <a:pt x="7217" y="18457"/>
                </a:cubicBezTo>
                <a:cubicBezTo>
                  <a:pt x="7211" y="18523"/>
                  <a:pt x="7200" y="18587"/>
                  <a:pt x="7200" y="18655"/>
                </a:cubicBezTo>
                <a:cubicBezTo>
                  <a:pt x="7200" y="20282"/>
                  <a:pt x="8812" y="21600"/>
                  <a:pt x="10800" y="21600"/>
                </a:cubicBezTo>
                <a:cubicBezTo>
                  <a:pt x="12788" y="21600"/>
                  <a:pt x="14400" y="20282"/>
                  <a:pt x="14400" y="18655"/>
                </a:cubicBezTo>
                <a:cubicBezTo>
                  <a:pt x="14400" y="18587"/>
                  <a:pt x="14389" y="18523"/>
                  <a:pt x="14383" y="18457"/>
                </a:cubicBezTo>
                <a:cubicBezTo>
                  <a:pt x="18584" y="17986"/>
                  <a:pt x="21600" y="16716"/>
                  <a:pt x="21600" y="15218"/>
                </a:cubicBezTo>
              </a:path>
            </a:pathLst>
          </a:custGeom>
          <a:solidFill>
            <a:schemeClr val="tx2">
              <a:lumMod val="60000"/>
              <a:lumOff val="40000"/>
            </a:schemeClr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200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3000">
              <a:cs typeface="+mn-ea"/>
              <a:sym typeface="+mn-lt"/>
            </a:endParaRPr>
          </a:p>
        </p:txBody>
      </p:sp>
      <p:sp>
        <p:nvSpPr>
          <p:cNvPr id="25" name="深度视觉·原创设计 https://www.docer.com/works?userid=22383862">
            <a:extLst>
              <a:ext uri="{FF2B5EF4-FFF2-40B4-BE49-F238E27FC236}">
                <a16:creationId xmlns:a16="http://schemas.microsoft.com/office/drawing/2014/main" id="{7FFC7F2B-3249-7C4C-C0CF-48A7FA1AD50D}"/>
              </a:ext>
            </a:extLst>
          </p:cNvPr>
          <p:cNvSpPr/>
          <p:nvPr/>
        </p:nvSpPr>
        <p:spPr>
          <a:xfrm>
            <a:off x="6532267" y="1674547"/>
            <a:ext cx="451539" cy="5405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7673"/>
                </a:moveTo>
                <a:cubicBezTo>
                  <a:pt x="4588" y="17673"/>
                  <a:pt x="1200" y="16051"/>
                  <a:pt x="1200" y="15218"/>
                </a:cubicBezTo>
                <a:cubicBezTo>
                  <a:pt x="1200" y="14690"/>
                  <a:pt x="1355" y="14275"/>
                  <a:pt x="1611" y="13896"/>
                </a:cubicBezTo>
                <a:cubicBezTo>
                  <a:pt x="3255" y="14967"/>
                  <a:pt x="6746" y="15709"/>
                  <a:pt x="10800" y="15709"/>
                </a:cubicBezTo>
                <a:cubicBezTo>
                  <a:pt x="14856" y="15709"/>
                  <a:pt x="18345" y="14966"/>
                  <a:pt x="19987" y="13894"/>
                </a:cubicBezTo>
                <a:cubicBezTo>
                  <a:pt x="20244" y="14273"/>
                  <a:pt x="20400" y="14689"/>
                  <a:pt x="20400" y="15218"/>
                </a:cubicBezTo>
                <a:cubicBezTo>
                  <a:pt x="20400" y="16051"/>
                  <a:pt x="17011" y="17673"/>
                  <a:pt x="10800" y="17673"/>
                </a:cubicBezTo>
                <a:moveTo>
                  <a:pt x="10800" y="20618"/>
                </a:moveTo>
                <a:cubicBezTo>
                  <a:pt x="9475" y="20618"/>
                  <a:pt x="8400" y="19739"/>
                  <a:pt x="8400" y="18655"/>
                </a:cubicBezTo>
                <a:cubicBezTo>
                  <a:pt x="8400" y="18625"/>
                  <a:pt x="8408" y="18597"/>
                  <a:pt x="8409" y="18567"/>
                </a:cubicBezTo>
                <a:cubicBezTo>
                  <a:pt x="9179" y="18623"/>
                  <a:pt x="9977" y="18655"/>
                  <a:pt x="10800" y="18655"/>
                </a:cubicBezTo>
                <a:cubicBezTo>
                  <a:pt x="11623" y="18655"/>
                  <a:pt x="12421" y="18623"/>
                  <a:pt x="13191" y="18567"/>
                </a:cubicBezTo>
                <a:cubicBezTo>
                  <a:pt x="13192" y="18597"/>
                  <a:pt x="13200" y="18625"/>
                  <a:pt x="13200" y="18655"/>
                </a:cubicBezTo>
                <a:cubicBezTo>
                  <a:pt x="13200" y="19739"/>
                  <a:pt x="12125" y="20618"/>
                  <a:pt x="10800" y="20618"/>
                </a:cubicBezTo>
                <a:moveTo>
                  <a:pt x="2948" y="12551"/>
                </a:moveTo>
                <a:cubicBezTo>
                  <a:pt x="4308" y="11388"/>
                  <a:pt x="6000" y="9939"/>
                  <a:pt x="6000" y="6873"/>
                </a:cubicBezTo>
                <a:cubicBezTo>
                  <a:pt x="6000" y="5232"/>
                  <a:pt x="7238" y="3825"/>
                  <a:pt x="8988" y="3239"/>
                </a:cubicBezTo>
                <a:cubicBezTo>
                  <a:pt x="9428" y="3657"/>
                  <a:pt x="10072" y="3927"/>
                  <a:pt x="10800" y="3927"/>
                </a:cubicBezTo>
                <a:cubicBezTo>
                  <a:pt x="11528" y="3927"/>
                  <a:pt x="12172" y="3657"/>
                  <a:pt x="12611" y="3239"/>
                </a:cubicBezTo>
                <a:cubicBezTo>
                  <a:pt x="14362" y="3825"/>
                  <a:pt x="15600" y="5232"/>
                  <a:pt x="15600" y="6873"/>
                </a:cubicBezTo>
                <a:cubicBezTo>
                  <a:pt x="15600" y="9939"/>
                  <a:pt x="17292" y="11388"/>
                  <a:pt x="18652" y="12551"/>
                </a:cubicBezTo>
                <a:cubicBezTo>
                  <a:pt x="18911" y="12773"/>
                  <a:pt x="19152" y="12979"/>
                  <a:pt x="19366" y="13183"/>
                </a:cubicBezTo>
                <a:cubicBezTo>
                  <a:pt x="18217" y="14077"/>
                  <a:pt x="14825" y="14727"/>
                  <a:pt x="10800" y="14727"/>
                </a:cubicBezTo>
                <a:cubicBezTo>
                  <a:pt x="6779" y="14727"/>
                  <a:pt x="3383" y="14079"/>
                  <a:pt x="2230" y="13186"/>
                </a:cubicBezTo>
                <a:cubicBezTo>
                  <a:pt x="2446" y="12981"/>
                  <a:pt x="2687" y="12774"/>
                  <a:pt x="2948" y="12551"/>
                </a:cubicBezTo>
                <a:moveTo>
                  <a:pt x="10800" y="982"/>
                </a:moveTo>
                <a:cubicBezTo>
                  <a:pt x="11462" y="982"/>
                  <a:pt x="12000" y="1422"/>
                  <a:pt x="12000" y="1964"/>
                </a:cubicBezTo>
                <a:cubicBezTo>
                  <a:pt x="12000" y="2506"/>
                  <a:pt x="11462" y="2945"/>
                  <a:pt x="10800" y="2945"/>
                </a:cubicBezTo>
                <a:cubicBezTo>
                  <a:pt x="10138" y="2945"/>
                  <a:pt x="9600" y="2506"/>
                  <a:pt x="9600" y="1964"/>
                </a:cubicBezTo>
                <a:cubicBezTo>
                  <a:pt x="9600" y="1422"/>
                  <a:pt x="10138" y="982"/>
                  <a:pt x="10800" y="982"/>
                </a:cubicBezTo>
                <a:moveTo>
                  <a:pt x="21600" y="15218"/>
                </a:moveTo>
                <a:cubicBezTo>
                  <a:pt x="21600" y="11782"/>
                  <a:pt x="16800" y="11782"/>
                  <a:pt x="16800" y="6873"/>
                </a:cubicBezTo>
                <a:cubicBezTo>
                  <a:pt x="16800" y="4845"/>
                  <a:pt x="15296" y="3105"/>
                  <a:pt x="13152" y="2356"/>
                </a:cubicBezTo>
                <a:cubicBezTo>
                  <a:pt x="13183" y="2229"/>
                  <a:pt x="13200" y="2098"/>
                  <a:pt x="13200" y="1964"/>
                </a:cubicBezTo>
                <a:cubicBezTo>
                  <a:pt x="13200" y="879"/>
                  <a:pt x="12125" y="0"/>
                  <a:pt x="10800" y="0"/>
                </a:cubicBezTo>
                <a:cubicBezTo>
                  <a:pt x="9475" y="0"/>
                  <a:pt x="8400" y="879"/>
                  <a:pt x="8400" y="1964"/>
                </a:cubicBezTo>
                <a:cubicBezTo>
                  <a:pt x="8400" y="2098"/>
                  <a:pt x="8417" y="2229"/>
                  <a:pt x="8448" y="2356"/>
                </a:cubicBezTo>
                <a:cubicBezTo>
                  <a:pt x="6304" y="3105"/>
                  <a:pt x="4800" y="4845"/>
                  <a:pt x="4800" y="6873"/>
                </a:cubicBezTo>
                <a:cubicBezTo>
                  <a:pt x="4800" y="11782"/>
                  <a:pt x="0" y="11782"/>
                  <a:pt x="0" y="15218"/>
                </a:cubicBezTo>
                <a:cubicBezTo>
                  <a:pt x="0" y="16716"/>
                  <a:pt x="3016" y="17986"/>
                  <a:pt x="7217" y="18457"/>
                </a:cubicBezTo>
                <a:cubicBezTo>
                  <a:pt x="7211" y="18523"/>
                  <a:pt x="7200" y="18587"/>
                  <a:pt x="7200" y="18655"/>
                </a:cubicBezTo>
                <a:cubicBezTo>
                  <a:pt x="7200" y="20282"/>
                  <a:pt x="8812" y="21600"/>
                  <a:pt x="10800" y="21600"/>
                </a:cubicBezTo>
                <a:cubicBezTo>
                  <a:pt x="12788" y="21600"/>
                  <a:pt x="14400" y="20282"/>
                  <a:pt x="14400" y="18655"/>
                </a:cubicBezTo>
                <a:cubicBezTo>
                  <a:pt x="14400" y="18587"/>
                  <a:pt x="14389" y="18523"/>
                  <a:pt x="14383" y="18457"/>
                </a:cubicBezTo>
                <a:cubicBezTo>
                  <a:pt x="18584" y="17986"/>
                  <a:pt x="21600" y="16716"/>
                  <a:pt x="21600" y="15218"/>
                </a:cubicBezTo>
              </a:path>
            </a:pathLst>
          </a:custGeom>
          <a:solidFill>
            <a:schemeClr val="tx2">
              <a:lumMod val="60000"/>
              <a:lumOff val="40000"/>
            </a:schemeClr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200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3000">
              <a:cs typeface="+mn-ea"/>
              <a:sym typeface="+mn-lt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6A48A77-D252-FBF8-E48A-6485AD05C4A7}"/>
              </a:ext>
            </a:extLst>
          </p:cNvPr>
          <p:cNvSpPr txBox="1"/>
          <p:nvPr/>
        </p:nvSpPr>
        <p:spPr>
          <a:xfrm>
            <a:off x="7123008" y="1760177"/>
            <a:ext cx="1873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Qwen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模式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0AB9438-4AC2-809F-4394-215B5562BEC4}"/>
              </a:ext>
            </a:extLst>
          </p:cNvPr>
          <p:cNvSpPr txBox="1"/>
          <p:nvPr/>
        </p:nvSpPr>
        <p:spPr>
          <a:xfrm>
            <a:off x="1071182" y="1674547"/>
            <a:ext cx="1873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Mock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模式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832E8C9-A8AC-4DF4-228E-E10DC1277BC1}"/>
              </a:ext>
            </a:extLst>
          </p:cNvPr>
          <p:cNvSpPr txBox="1"/>
          <p:nvPr/>
        </p:nvSpPr>
        <p:spPr>
          <a:xfrm>
            <a:off x="519189" y="2323411"/>
            <a:ext cx="40466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F1115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基于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字符串包含匹配（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in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的轻量级识别方案，直接检查</a:t>
            </a:r>
            <a:r>
              <a:rPr lang="zh-CN" altLang="en-US" dirty="0">
                <a:solidFill>
                  <a:srgbClr val="0F111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用户输入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是否包含预设的关键词（从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branch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分支名字提取）。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5BA7F5E4-95E7-A7E0-0EB8-45751F4065F6}"/>
              </a:ext>
            </a:extLst>
          </p:cNvPr>
          <p:cNvCxnSpPr/>
          <p:nvPr/>
        </p:nvCxnSpPr>
        <p:spPr>
          <a:xfrm>
            <a:off x="5382072" y="1540366"/>
            <a:ext cx="0" cy="4707012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47A7D67B-B311-57D8-B0B0-A964D4168760}"/>
              </a:ext>
            </a:extLst>
          </p:cNvPr>
          <p:cNvSpPr txBox="1"/>
          <p:nvPr/>
        </p:nvSpPr>
        <p:spPr>
          <a:xfrm>
            <a:off x="1638153" y="4334484"/>
            <a:ext cx="1494125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简单直接</a:t>
            </a:r>
            <a:endParaRPr lang="en-US" altLang="zh-CN" b="1" dirty="0">
              <a:solidFill>
                <a:srgbClr val="0F111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快速响应</a:t>
            </a:r>
            <a:endParaRPr lang="en-US" altLang="zh-CN" b="1" dirty="0">
              <a:solidFill>
                <a:srgbClr val="0F111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确定性强</a:t>
            </a:r>
            <a:endParaRPr lang="zh-CN" altLang="en-US" b="0" i="0" dirty="0">
              <a:solidFill>
                <a:srgbClr val="0F1115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" name="箭头: 下 33">
            <a:extLst>
              <a:ext uri="{FF2B5EF4-FFF2-40B4-BE49-F238E27FC236}">
                <a16:creationId xmlns:a16="http://schemas.microsoft.com/office/drawing/2014/main" id="{639DEE78-2835-EA2D-271B-2C00849E1055}"/>
              </a:ext>
            </a:extLst>
          </p:cNvPr>
          <p:cNvSpPr/>
          <p:nvPr/>
        </p:nvSpPr>
        <p:spPr>
          <a:xfrm>
            <a:off x="2272501" y="3476370"/>
            <a:ext cx="194536" cy="731827"/>
          </a:xfrm>
          <a:prstGeom prst="downArrow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3779589-197F-7832-4820-D754C6A773EF}"/>
              </a:ext>
            </a:extLst>
          </p:cNvPr>
          <p:cNvSpPr txBox="1"/>
          <p:nvPr/>
        </p:nvSpPr>
        <p:spPr>
          <a:xfrm>
            <a:off x="2730331" y="6098541"/>
            <a:ext cx="18569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zh-CN" altLang="en-US" b="1" dirty="0">
                <a:solidFill>
                  <a:srgbClr val="0F111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！但智能有限</a:t>
            </a:r>
            <a:endParaRPr lang="en-US" altLang="zh-CN" b="1" dirty="0">
              <a:solidFill>
                <a:srgbClr val="0F111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5FF17EC-9B9D-A98B-9376-ECDBC29A57E1}"/>
              </a:ext>
            </a:extLst>
          </p:cNvPr>
          <p:cNvSpPr txBox="1"/>
          <p:nvPr/>
        </p:nvSpPr>
        <p:spPr>
          <a:xfrm>
            <a:off x="5873754" y="2323411"/>
            <a:ext cx="62336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F1115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基于阿里云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通义千问大语言模型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，通过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Prompt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工程让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AI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理解用户意图并匹配到最合适的分支。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B515F980-C611-61D1-8410-F0D4C2D8C1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8497" y="3209767"/>
            <a:ext cx="3990770" cy="2583144"/>
          </a:xfrm>
          <a:prstGeom prst="rect">
            <a:avLst/>
          </a:prstGeom>
        </p:spPr>
      </p:pic>
      <p:sp>
        <p:nvSpPr>
          <p:cNvPr id="43" name="文本框 42">
            <a:extLst>
              <a:ext uri="{FF2B5EF4-FFF2-40B4-BE49-F238E27FC236}">
                <a16:creationId xmlns:a16="http://schemas.microsoft.com/office/drawing/2014/main" id="{9A905923-F2DF-7887-8771-BE0AEE4175F8}"/>
              </a:ext>
            </a:extLst>
          </p:cNvPr>
          <p:cNvSpPr txBox="1"/>
          <p:nvPr/>
        </p:nvSpPr>
        <p:spPr>
          <a:xfrm>
            <a:off x="10200317" y="4539590"/>
            <a:ext cx="1638404" cy="165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智能度高</a:t>
            </a:r>
            <a:endParaRPr lang="en-US" altLang="zh-CN" b="1" i="0" dirty="0">
              <a:solidFill>
                <a:srgbClr val="0F1115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扩展性强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响应延迟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6332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0">
        <p:random/>
      </p:transition>
    </mc:Choice>
    <mc:Fallback xmlns="">
      <p:transition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/>
      <p:bldP spid="27" grpId="0"/>
      <p:bldP spid="29" grpId="0"/>
      <p:bldP spid="33" grpId="0"/>
      <p:bldP spid="34" grpId="0" animBg="1"/>
      <p:bldP spid="35" grpId="0"/>
      <p:bldP spid="37" grpId="0"/>
      <p:bldP spid="4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71A94-AEB0-E4AF-B4D8-F6F32944B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AA04CDAE-91C8-1FE4-9D02-8FC6DB9FBD49}"/>
              </a:ext>
            </a:extLst>
          </p:cNvPr>
          <p:cNvSpPr/>
          <p:nvPr/>
        </p:nvSpPr>
        <p:spPr>
          <a:xfrm>
            <a:off x="-165185" y="-278210"/>
            <a:ext cx="1673225" cy="1673225"/>
          </a:xfrm>
          <a:prstGeom prst="ellipse">
            <a:avLst/>
          </a:prstGeom>
          <a:gradFill>
            <a:gsLst>
              <a:gs pos="0">
                <a:srgbClr val="7578B7">
                  <a:alpha val="8000"/>
                </a:srgbClr>
              </a:gs>
              <a:gs pos="100000">
                <a:srgbClr val="6366AD">
                  <a:alpha val="8000"/>
                </a:srgbClr>
              </a:gs>
            </a:gsLst>
            <a:lin ang="15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FB4E1C28-AE01-E4F5-DED9-2FDA62B28D8A}"/>
              </a:ext>
            </a:extLst>
          </p:cNvPr>
          <p:cNvSpPr/>
          <p:nvPr/>
        </p:nvSpPr>
        <p:spPr>
          <a:xfrm>
            <a:off x="843830" y="615235"/>
            <a:ext cx="505460" cy="505460"/>
          </a:xfrm>
          <a:prstGeom prst="ellipse">
            <a:avLst/>
          </a:prstGeom>
          <a:gradFill>
            <a:gsLst>
              <a:gs pos="0">
                <a:srgbClr val="7578B7">
                  <a:alpha val="8000"/>
                </a:srgbClr>
              </a:gs>
              <a:gs pos="100000">
                <a:srgbClr val="6366AD"/>
              </a:gs>
            </a:gsLst>
            <a:lin ang="15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4D1E324-0E36-A4FE-E2D3-E601821E2949}"/>
              </a:ext>
            </a:extLst>
          </p:cNvPr>
          <p:cNvSpPr txBox="1"/>
          <p:nvPr/>
        </p:nvSpPr>
        <p:spPr>
          <a:xfrm>
            <a:off x="1436252" y="754141"/>
            <a:ext cx="2712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ea"/>
                <a:sym typeface="+mn-lt"/>
              </a:rPr>
              <a:t>数据库板块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  <a:cs typeface="+mn-ea"/>
              <a:sym typeface="+mn-lt"/>
            </a:endParaRPr>
          </a:p>
        </p:txBody>
      </p:sp>
      <p:pic>
        <p:nvPicPr>
          <p:cNvPr id="1026" name="Picture 2" descr="Using SQLite with Python">
            <a:extLst>
              <a:ext uri="{FF2B5EF4-FFF2-40B4-BE49-F238E27FC236}">
                <a16:creationId xmlns:a16="http://schemas.microsoft.com/office/drawing/2014/main" id="{B3ECAC71-12D9-7937-872F-41AE769E5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922" y="676165"/>
            <a:ext cx="3882492" cy="2568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C0EA00E-0571-AAEA-1CC0-E5E9FA888F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843" y="1458856"/>
            <a:ext cx="5045237" cy="501233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6018CC0-1928-E9DE-4AD2-33DDAE2F3A9C}"/>
              </a:ext>
            </a:extLst>
          </p:cNvPr>
          <p:cNvSpPr txBox="1"/>
          <p:nvPr/>
        </p:nvSpPr>
        <p:spPr>
          <a:xfrm>
            <a:off x="4805792" y="5873367"/>
            <a:ext cx="1353185" cy="467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dirty="0">
                <a:solidFill>
                  <a:srgbClr val="6572A1">
                    <a:alpha val="54000"/>
                  </a:srgbClr>
                </a:solidFill>
                <a:cs typeface="+mn-ea"/>
                <a:sym typeface="+mn-lt"/>
              </a:rPr>
              <a:t>Part . 06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744D3D9-7707-95C9-49C5-53AC2F77BD69}"/>
              </a:ext>
            </a:extLst>
          </p:cNvPr>
          <p:cNvSpPr txBox="1"/>
          <p:nvPr/>
        </p:nvSpPr>
        <p:spPr>
          <a:xfrm>
            <a:off x="6283503" y="3988909"/>
            <a:ext cx="396296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DatabaseService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类中提供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身份验证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信息查询</a:t>
            </a: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  余额管理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商品服务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  库存检查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商品查询</a:t>
            </a: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  库存更新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创建订单</a:t>
            </a: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  订单查询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取消订单 等服务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748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0">
        <p:random/>
      </p:transition>
    </mc:Choice>
    <mc:Fallback xmlns="">
      <p:transition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97381-F2AA-E872-EC86-37EC17540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9DEACA4E-7E7C-13E2-4ADF-01B9D40401C7}"/>
              </a:ext>
            </a:extLst>
          </p:cNvPr>
          <p:cNvSpPr/>
          <p:nvPr/>
        </p:nvSpPr>
        <p:spPr>
          <a:xfrm>
            <a:off x="-165185" y="-278210"/>
            <a:ext cx="1673225" cy="1673225"/>
          </a:xfrm>
          <a:prstGeom prst="ellipse">
            <a:avLst/>
          </a:prstGeom>
          <a:gradFill>
            <a:gsLst>
              <a:gs pos="0">
                <a:srgbClr val="7578B7">
                  <a:alpha val="8000"/>
                </a:srgbClr>
              </a:gs>
              <a:gs pos="100000">
                <a:srgbClr val="6366AD">
                  <a:alpha val="8000"/>
                </a:srgbClr>
              </a:gs>
            </a:gsLst>
            <a:lin ang="15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8098DC56-7438-97FF-F70D-DB025BA3C703}"/>
              </a:ext>
            </a:extLst>
          </p:cNvPr>
          <p:cNvSpPr/>
          <p:nvPr/>
        </p:nvSpPr>
        <p:spPr>
          <a:xfrm>
            <a:off x="843830" y="615235"/>
            <a:ext cx="505460" cy="505460"/>
          </a:xfrm>
          <a:prstGeom prst="ellipse">
            <a:avLst/>
          </a:prstGeom>
          <a:gradFill>
            <a:gsLst>
              <a:gs pos="0">
                <a:srgbClr val="7578B7">
                  <a:alpha val="8000"/>
                </a:srgbClr>
              </a:gs>
              <a:gs pos="100000">
                <a:srgbClr val="6366AD"/>
              </a:gs>
            </a:gsLst>
            <a:lin ang="15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56F4FE6-F371-9F34-8232-E2A079FF5D60}"/>
              </a:ext>
            </a:extLst>
          </p:cNvPr>
          <p:cNvSpPr txBox="1"/>
          <p:nvPr/>
        </p:nvSpPr>
        <p:spPr>
          <a:xfrm>
            <a:off x="1436252" y="754141"/>
            <a:ext cx="2712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  <a:cs typeface="+mn-ea"/>
                <a:sym typeface="+mn-lt"/>
              </a:rPr>
              <a:t>业务逻辑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  <a:cs typeface="+mn-ea"/>
                <a:sym typeface="+mn-lt"/>
              </a:rPr>
              <a:t>Actions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8D89453-889D-6BC9-3854-22B2CFED5CBF}"/>
              </a:ext>
            </a:extLst>
          </p:cNvPr>
          <p:cNvSpPr txBox="1"/>
          <p:nvPr/>
        </p:nvSpPr>
        <p:spPr>
          <a:xfrm>
            <a:off x="4805792" y="5873367"/>
            <a:ext cx="1353185" cy="467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dirty="0">
                <a:solidFill>
                  <a:srgbClr val="6572A1">
                    <a:alpha val="54000"/>
                  </a:srgbClr>
                </a:solidFill>
                <a:cs typeface="+mn-ea"/>
                <a:sym typeface="+mn-lt"/>
              </a:rPr>
              <a:t>Part . 06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5E7AAF3-5001-F708-1552-5EA8AB486676}"/>
              </a:ext>
            </a:extLst>
          </p:cNvPr>
          <p:cNvSpPr txBox="1"/>
          <p:nvPr/>
        </p:nvSpPr>
        <p:spPr>
          <a:xfrm>
            <a:off x="843830" y="1706062"/>
            <a:ext cx="9644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将具体业务均放在</a:t>
            </a:r>
            <a:r>
              <a:rPr lang="en-US" altLang="zh-CN" dirty="0"/>
              <a:t>Actions</a:t>
            </a:r>
            <a:r>
              <a:rPr lang="zh-CN" altLang="en-US" dirty="0"/>
              <a:t>中，使得</a:t>
            </a:r>
            <a:r>
              <a:rPr lang="en-US" altLang="zh-CN" dirty="0"/>
              <a:t>interpreter</a:t>
            </a:r>
            <a:r>
              <a:rPr lang="zh-CN" altLang="en-US" dirty="0"/>
              <a:t>只负责</a:t>
            </a:r>
            <a:r>
              <a:rPr lang="en-US" altLang="zh-CN" dirty="0" err="1"/>
              <a:t>dsl</a:t>
            </a:r>
            <a:r>
              <a:rPr lang="zh-CN" altLang="en-US" dirty="0"/>
              <a:t>状态转移等操作，高内聚</a:t>
            </a:r>
            <a:r>
              <a:rPr lang="en-US" altLang="zh-CN" dirty="0"/>
              <a:t>-</a:t>
            </a:r>
            <a:r>
              <a:rPr lang="zh-CN" altLang="en-US" dirty="0"/>
              <a:t>低耦合。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B267A0A-BF55-1540-C9E5-9BDD397D4253}"/>
              </a:ext>
            </a:extLst>
          </p:cNvPr>
          <p:cNvSpPr txBox="1"/>
          <p:nvPr/>
        </p:nvSpPr>
        <p:spPr>
          <a:xfrm>
            <a:off x="843830" y="2386441"/>
            <a:ext cx="9644154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通过</a:t>
            </a:r>
            <a:r>
              <a:rPr lang="en-US" altLang="zh-CN" dirty="0"/>
              <a:t>ACTION_TABLE</a:t>
            </a:r>
            <a:r>
              <a:rPr lang="zh-CN" altLang="en-US" dirty="0"/>
              <a:t>，维护调用关系，易于扩展和维护；</a:t>
            </a:r>
            <a:br>
              <a:rPr lang="en-US" altLang="zh-CN" dirty="0"/>
            </a:br>
            <a:r>
              <a:rPr lang="en-US" altLang="zh-CN" sz="1400" i="1" dirty="0"/>
              <a:t>ACTION_TABLE = {</a:t>
            </a:r>
          </a:p>
          <a:p>
            <a:r>
              <a:rPr lang="en-US" altLang="zh-CN" sz="1400" i="1" dirty="0"/>
              <a:t>    # </a:t>
            </a:r>
            <a:r>
              <a:rPr lang="zh-CN" altLang="en-US" sz="1400" i="1" dirty="0"/>
              <a:t>输入验证</a:t>
            </a:r>
          </a:p>
          <a:p>
            <a:r>
              <a:rPr lang="zh-CN" altLang="en-US" sz="1400" i="1" dirty="0"/>
              <a:t>    </a:t>
            </a:r>
            <a:r>
              <a:rPr lang="en-US" altLang="zh-CN" sz="1400" i="1" dirty="0"/>
              <a:t>“</a:t>
            </a:r>
            <a:r>
              <a:rPr lang="en-US" altLang="zh-CN" sz="1400" i="1" dirty="0" err="1"/>
              <a:t>ValidateUserInput</a:t>
            </a:r>
            <a:r>
              <a:rPr lang="en-US" altLang="zh-CN" sz="1400" i="1" dirty="0"/>
              <a:t>”: </a:t>
            </a:r>
            <a:r>
              <a:rPr lang="en-US" altLang="zh-CN" sz="1400" i="1" dirty="0" err="1"/>
              <a:t>action_validate_user_input</a:t>
            </a:r>
            <a:r>
              <a:rPr lang="en-US" altLang="zh-CN" sz="1400" i="1" dirty="0"/>
              <a:t>,    		//</a:t>
            </a:r>
            <a:r>
              <a:rPr lang="zh-CN" altLang="en-US" sz="1400" i="1" dirty="0"/>
              <a:t>“</a:t>
            </a:r>
            <a:r>
              <a:rPr lang="en-US" altLang="zh-CN" sz="1400" i="1" dirty="0"/>
              <a:t>DSL</a:t>
            </a:r>
            <a:r>
              <a:rPr lang="zh-CN" altLang="en-US" sz="1400" i="1" dirty="0"/>
              <a:t>中功能名”：</a:t>
            </a:r>
            <a:r>
              <a:rPr lang="en-US" altLang="zh-CN" sz="1400" i="1" dirty="0"/>
              <a:t>actions.py</a:t>
            </a:r>
            <a:r>
              <a:rPr lang="zh-CN" altLang="en-US" sz="1400" i="1" dirty="0"/>
              <a:t>中函数名</a:t>
            </a:r>
            <a:endParaRPr lang="en-US" altLang="zh-CN" sz="1400" i="1" dirty="0"/>
          </a:p>
          <a:p>
            <a:r>
              <a:rPr lang="en-US" altLang="zh-CN" sz="1400" i="1" dirty="0"/>
              <a:t>    "</a:t>
            </a:r>
            <a:r>
              <a:rPr lang="en-US" altLang="zh-CN" sz="1400" i="1" dirty="0" err="1"/>
              <a:t>ValidateOrderId</a:t>
            </a:r>
            <a:r>
              <a:rPr lang="en-US" altLang="zh-CN" sz="1400" i="1" dirty="0"/>
              <a:t>": </a:t>
            </a:r>
            <a:r>
              <a:rPr lang="en-US" altLang="zh-CN" sz="1400" i="1" dirty="0" err="1"/>
              <a:t>action_validate_order_id</a:t>
            </a:r>
            <a:r>
              <a:rPr lang="en-US" altLang="zh-CN" sz="1400" i="1" dirty="0"/>
              <a:t>,</a:t>
            </a:r>
          </a:p>
          <a:p>
            <a:r>
              <a:rPr lang="en-US" altLang="zh-CN" sz="1400" i="1" dirty="0"/>
              <a:t>    ……}</a:t>
            </a:r>
          </a:p>
          <a:p>
            <a:endParaRPr lang="en-US" altLang="zh-CN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29B323F-E6CB-CE54-AEED-3B62D65CEE9D}"/>
              </a:ext>
            </a:extLst>
          </p:cNvPr>
          <p:cNvSpPr txBox="1"/>
          <p:nvPr/>
        </p:nvSpPr>
        <p:spPr>
          <a:xfrm>
            <a:off x="-102282" y="3934375"/>
            <a:ext cx="1022409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               </a:t>
            </a:r>
            <a:r>
              <a:rPr lang="zh-CN" altLang="en-US" dirty="0"/>
              <a:t>在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run_interpreter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中调用</a:t>
            </a:r>
            <a:r>
              <a:rPr lang="zh-CN" altLang="en-US" dirty="0"/>
              <a:t>：</a:t>
            </a:r>
            <a:r>
              <a:rPr lang="en-US" altLang="zh-CN" dirty="0"/>
              <a:t> </a:t>
            </a:r>
          </a:p>
          <a:p>
            <a:r>
              <a:rPr lang="en-US" altLang="zh-CN" sz="1400" i="1" dirty="0"/>
              <a:t>	</a:t>
            </a:r>
            <a:r>
              <a:rPr lang="en-US" altLang="zh-CN" sz="1400" i="1" dirty="0" err="1"/>
              <a:t>func</a:t>
            </a:r>
            <a:r>
              <a:rPr lang="en-US" altLang="zh-CN" sz="1400" i="1" dirty="0"/>
              <a:t> = </a:t>
            </a:r>
            <a:r>
              <a:rPr lang="en-US" altLang="zh-CN" sz="1400" i="1" dirty="0" err="1"/>
              <a:t>ACTION_TABLE.get</a:t>
            </a:r>
            <a:r>
              <a:rPr lang="en-US" altLang="zh-CN" sz="1400" i="1" dirty="0"/>
              <a:t>(name)</a:t>
            </a:r>
          </a:p>
          <a:p>
            <a:r>
              <a:rPr lang="en-US" altLang="zh-CN" sz="1400" i="1" dirty="0"/>
              <a:t>                  if </a:t>
            </a:r>
            <a:r>
              <a:rPr lang="en-US" altLang="zh-CN" sz="1400" i="1" dirty="0" err="1"/>
              <a:t>func</a:t>
            </a:r>
            <a:r>
              <a:rPr lang="en-US" altLang="zh-CN" sz="1400" i="1" dirty="0"/>
              <a:t>:</a:t>
            </a:r>
          </a:p>
          <a:p>
            <a:r>
              <a:rPr lang="en-US" altLang="zh-CN" sz="1400" i="1" dirty="0"/>
              <a:t>                      # actions.py </a:t>
            </a:r>
            <a:r>
              <a:rPr lang="zh-CN" altLang="en-US" sz="1400" i="1" dirty="0"/>
              <a:t>中的函数签名：</a:t>
            </a:r>
            <a:r>
              <a:rPr lang="en-US" altLang="zh-CN" sz="1400" i="1" dirty="0" err="1"/>
              <a:t>func</a:t>
            </a:r>
            <a:r>
              <a:rPr lang="en-US" altLang="zh-CN" sz="1400" i="1" dirty="0"/>
              <a:t>(</a:t>
            </a:r>
            <a:r>
              <a:rPr lang="en-US" altLang="zh-CN" sz="1400" i="1" dirty="0" err="1"/>
              <a:t>env_vars</a:t>
            </a:r>
            <a:r>
              <a:rPr lang="en-US" altLang="zh-CN" sz="1400" i="1" dirty="0"/>
              <a:t>, </a:t>
            </a:r>
            <a:r>
              <a:rPr lang="en-US" altLang="zh-CN" sz="1400" i="1" dirty="0" err="1"/>
              <a:t>input_text</a:t>
            </a:r>
            <a:r>
              <a:rPr lang="en-US" altLang="zh-CN" sz="1400" i="1" dirty="0"/>
              <a:t>, step)</a:t>
            </a:r>
          </a:p>
          <a:p>
            <a:r>
              <a:rPr lang="en-US" altLang="zh-CN" sz="1400" i="1" dirty="0"/>
              <a:t>                      </a:t>
            </a:r>
            <a:r>
              <a:rPr lang="en-US" altLang="zh-CN" sz="1400" i="1" dirty="0" err="1"/>
              <a:t>func</a:t>
            </a:r>
            <a:r>
              <a:rPr lang="en-US" altLang="zh-CN" sz="1400" i="1" dirty="0"/>
              <a:t>(</a:t>
            </a:r>
            <a:r>
              <a:rPr lang="en-US" altLang="zh-CN" sz="1400" i="1" dirty="0" err="1"/>
              <a:t>env_vars</a:t>
            </a:r>
            <a:r>
              <a:rPr lang="en-US" altLang="zh-CN" sz="1400" i="1" dirty="0"/>
              <a:t>, </a:t>
            </a:r>
            <a:r>
              <a:rPr lang="en-US" altLang="zh-CN" sz="1400" i="1" dirty="0" err="1"/>
              <a:t>input_text</a:t>
            </a:r>
            <a:r>
              <a:rPr lang="en-US" altLang="zh-CN" sz="1400" i="1" dirty="0"/>
              <a:t>, </a:t>
            </a:r>
            <a:r>
              <a:rPr lang="en-US" altLang="zh-CN" sz="1400" i="1" dirty="0" err="1"/>
              <a:t>action_step</a:t>
            </a:r>
            <a:r>
              <a:rPr lang="en-US" altLang="zh-CN" sz="1400" i="1" dirty="0"/>
              <a:t>)</a:t>
            </a:r>
          </a:p>
          <a:p>
            <a:r>
              <a:rPr lang="en-US" altLang="zh-CN" sz="1400" i="1" dirty="0"/>
              <a:t>                  else:</a:t>
            </a:r>
          </a:p>
          <a:p>
            <a:r>
              <a:rPr lang="en-US" altLang="zh-CN" sz="1400" i="1" dirty="0"/>
              <a:t>                      print(</a:t>
            </a:r>
            <a:r>
              <a:rPr lang="en-US" altLang="zh-CN" sz="1400" i="1" dirty="0" err="1"/>
              <a:t>f"Unknown</a:t>
            </a:r>
            <a:r>
              <a:rPr lang="en-US" altLang="zh-CN" sz="1400" i="1" dirty="0"/>
              <a:t> action: {name}")</a:t>
            </a:r>
          </a:p>
          <a:p>
            <a:r>
              <a:rPr lang="en-US" altLang="zh-CN" sz="1400" i="1" dirty="0"/>
              <a:t>                      </a:t>
            </a:r>
            <a:r>
              <a:rPr lang="en-US" altLang="zh-CN" sz="1400" i="1" dirty="0" err="1"/>
              <a:t>logger.error</a:t>
            </a:r>
            <a:r>
              <a:rPr lang="en-US" altLang="zh-CN" sz="1400" i="1" dirty="0"/>
              <a:t>(</a:t>
            </a:r>
            <a:r>
              <a:rPr lang="en-US" altLang="zh-CN" sz="1400" i="1" dirty="0" err="1"/>
              <a:t>f"Unknown</a:t>
            </a:r>
            <a:r>
              <a:rPr lang="en-US" altLang="zh-CN" sz="1400" i="1" dirty="0"/>
              <a:t> action: {name}")</a:t>
            </a:r>
            <a:endParaRPr lang="zh-CN" altLang="en-US" i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08138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0">
        <p:random/>
      </p:transition>
    </mc:Choice>
    <mc:Fallback xmlns="">
      <p:transition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2E7B8-F395-0D89-54BF-3563B4F78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未命名 -1_WPS图片">
            <a:extLst>
              <a:ext uri="{FF2B5EF4-FFF2-40B4-BE49-F238E27FC236}">
                <a16:creationId xmlns:a16="http://schemas.microsoft.com/office/drawing/2014/main" id="{D0F2658C-163F-B548-551F-B19EE8D783C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635"/>
            <a:ext cx="12191365" cy="6858635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DC32A518-61A4-DD5F-06BF-00CA3F6B8603}"/>
              </a:ext>
            </a:extLst>
          </p:cNvPr>
          <p:cNvGrpSpPr/>
          <p:nvPr/>
        </p:nvGrpSpPr>
        <p:grpSpPr>
          <a:xfrm>
            <a:off x="11461302" y="513441"/>
            <a:ext cx="363794" cy="211230"/>
            <a:chOff x="7236541" y="403123"/>
            <a:chExt cx="363794" cy="211230"/>
          </a:xfrm>
        </p:grpSpPr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BCECE7FD-7737-A484-3BBD-822163523815}"/>
                </a:ext>
              </a:extLst>
            </p:cNvPr>
            <p:cNvCxnSpPr/>
            <p:nvPr/>
          </p:nvCxnSpPr>
          <p:spPr>
            <a:xfrm>
              <a:off x="7236542" y="403123"/>
              <a:ext cx="363793" cy="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09427D9F-ADCC-C641-4411-64D21F3A147C}"/>
                </a:ext>
              </a:extLst>
            </p:cNvPr>
            <p:cNvCxnSpPr/>
            <p:nvPr/>
          </p:nvCxnSpPr>
          <p:spPr>
            <a:xfrm>
              <a:off x="7236541" y="511605"/>
              <a:ext cx="363793" cy="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4EF734C4-CE1F-7949-D384-72177C905297}"/>
                </a:ext>
              </a:extLst>
            </p:cNvPr>
            <p:cNvCxnSpPr/>
            <p:nvPr/>
          </p:nvCxnSpPr>
          <p:spPr>
            <a:xfrm>
              <a:off x="7418437" y="614353"/>
              <a:ext cx="181897" cy="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514120DA-5AFA-B6DF-B348-78F4DED3F01E}"/>
              </a:ext>
            </a:extLst>
          </p:cNvPr>
          <p:cNvSpPr txBox="1"/>
          <p:nvPr/>
        </p:nvSpPr>
        <p:spPr>
          <a:xfrm>
            <a:off x="2018030" y="2686050"/>
            <a:ext cx="89954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4800" b="1" dirty="0">
                <a:solidFill>
                  <a:schemeClr val="bg1"/>
                </a:solidFill>
                <a:cs typeface="+mn-ea"/>
                <a:sym typeface="+mn-lt"/>
              </a:rPr>
              <a:t>/</a:t>
            </a:r>
            <a:r>
              <a:rPr lang="zh-CN" altLang="en-US" sz="4800" b="1" dirty="0">
                <a:solidFill>
                  <a:schemeClr val="bg1"/>
                </a:solidFill>
                <a:cs typeface="+mn-ea"/>
                <a:sym typeface="+mn-lt"/>
              </a:rPr>
              <a:t>测试</a:t>
            </a:r>
            <a:r>
              <a:rPr lang="en-US" altLang="zh-CN" sz="4800" b="1" dirty="0">
                <a:solidFill>
                  <a:schemeClr val="bg1"/>
                </a:solidFill>
                <a:cs typeface="+mn-ea"/>
                <a:sym typeface="+mn-lt"/>
              </a:rPr>
              <a:t>/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F224DB7-B628-0584-3609-CC40ACA4930A}"/>
              </a:ext>
            </a:extLst>
          </p:cNvPr>
          <p:cNvSpPr txBox="1"/>
          <p:nvPr/>
        </p:nvSpPr>
        <p:spPr>
          <a:xfrm>
            <a:off x="5336540" y="4032885"/>
            <a:ext cx="1886585" cy="467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Part . 07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14204E1-9E9C-9545-7C1A-FDA784D0B9CE}"/>
              </a:ext>
            </a:extLst>
          </p:cNvPr>
          <p:cNvSpPr txBox="1"/>
          <p:nvPr/>
        </p:nvSpPr>
        <p:spPr>
          <a:xfrm>
            <a:off x="2791780" y="3320148"/>
            <a:ext cx="6976103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i="1" spc="600" dirty="0">
                <a:solidFill>
                  <a:schemeClr val="bg1">
                    <a:alpha val="70000"/>
                  </a:schemeClr>
                </a:solidFill>
                <a:latin typeface="Malgun Gothic Semilight" panose="020B0502040204020203" pitchFamily="34" charset="-122"/>
                <a:ea typeface="Malgun Gothic Semilight" panose="020B0502040204020203" pitchFamily="34" charset="-122"/>
                <a:cs typeface="Malgun Gothic Semilight" panose="020B0502040204020203" pitchFamily="34" charset="-122"/>
                <a:sym typeface="+mn-lt"/>
              </a:rPr>
              <a:t>Testing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20571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0">
        <p:random/>
      </p:transition>
    </mc:Choice>
    <mc:Fallback xmlns="">
      <p:transition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2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39BD8-6775-FDA6-ADBF-A4F6670E6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503A366E-E901-ABFD-6A12-0D5FB710CCEE}"/>
              </a:ext>
            </a:extLst>
          </p:cNvPr>
          <p:cNvSpPr/>
          <p:nvPr/>
        </p:nvSpPr>
        <p:spPr>
          <a:xfrm>
            <a:off x="-165185" y="-278210"/>
            <a:ext cx="1673225" cy="1673225"/>
          </a:xfrm>
          <a:prstGeom prst="ellipse">
            <a:avLst/>
          </a:prstGeom>
          <a:gradFill>
            <a:gsLst>
              <a:gs pos="0">
                <a:srgbClr val="7578B7">
                  <a:alpha val="8000"/>
                </a:srgbClr>
              </a:gs>
              <a:gs pos="100000">
                <a:srgbClr val="6366AD">
                  <a:alpha val="8000"/>
                </a:srgbClr>
              </a:gs>
            </a:gsLst>
            <a:lin ang="15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206FECEA-A97D-160E-8B8D-1913C8F7268F}"/>
              </a:ext>
            </a:extLst>
          </p:cNvPr>
          <p:cNvSpPr/>
          <p:nvPr/>
        </p:nvSpPr>
        <p:spPr>
          <a:xfrm>
            <a:off x="843830" y="615235"/>
            <a:ext cx="505460" cy="505460"/>
          </a:xfrm>
          <a:prstGeom prst="ellipse">
            <a:avLst/>
          </a:prstGeom>
          <a:gradFill>
            <a:gsLst>
              <a:gs pos="0">
                <a:srgbClr val="7578B7">
                  <a:alpha val="8000"/>
                </a:srgbClr>
              </a:gs>
              <a:gs pos="100000">
                <a:srgbClr val="6366AD"/>
              </a:gs>
            </a:gsLst>
            <a:lin ang="15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45E55CC-636D-3DFA-76F7-4A699E1680F6}"/>
              </a:ext>
            </a:extLst>
          </p:cNvPr>
          <p:cNvSpPr txBox="1"/>
          <p:nvPr/>
        </p:nvSpPr>
        <p:spPr>
          <a:xfrm>
            <a:off x="1436252" y="753800"/>
            <a:ext cx="2712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  <a:cs typeface="+mn-ea"/>
                <a:sym typeface="+mn-lt"/>
              </a:rPr>
              <a:t>测试桩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59F0EC9-5325-5E18-8056-7F870CDB9A85}"/>
              </a:ext>
            </a:extLst>
          </p:cNvPr>
          <p:cNvSpPr txBox="1"/>
          <p:nvPr/>
        </p:nvSpPr>
        <p:spPr>
          <a:xfrm>
            <a:off x="5124911" y="5861093"/>
            <a:ext cx="1353185" cy="467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dirty="0">
                <a:solidFill>
                  <a:srgbClr val="6572A1">
                    <a:alpha val="54000"/>
                  </a:srgbClr>
                </a:solidFill>
                <a:cs typeface="+mn-ea"/>
                <a:sym typeface="+mn-lt"/>
              </a:rPr>
              <a:t>Part . 07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B0D04CF-E6DA-1015-2519-EED5656FB6C3}"/>
              </a:ext>
            </a:extLst>
          </p:cNvPr>
          <p:cNvSpPr txBox="1"/>
          <p:nvPr/>
        </p:nvSpPr>
        <p:spPr>
          <a:xfrm>
            <a:off x="1261134" y="1750125"/>
            <a:ext cx="1016579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用户输入桩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DSLTester</a:t>
            </a:r>
            <a:r>
              <a:rPr lang="en-US" altLang="zh-CN" dirty="0"/>
              <a:t> </a:t>
            </a:r>
            <a:r>
              <a:rPr lang="zh-CN" altLang="en-US" dirty="0"/>
              <a:t>中的 </a:t>
            </a:r>
            <a:r>
              <a:rPr lang="en-US" altLang="zh-CN" dirty="0" err="1"/>
              <a:t>create_input_provider</a:t>
            </a:r>
            <a:endParaRPr lang="en-US" altLang="zh-CN" dirty="0"/>
          </a:p>
          <a:p>
            <a:r>
              <a:rPr lang="zh-CN" altLang="en-US" dirty="0"/>
              <a:t>用预先定义的 </a:t>
            </a:r>
            <a:r>
              <a:rPr lang="en-US" altLang="zh-CN" dirty="0"/>
              <a:t>inputs </a:t>
            </a:r>
            <a:r>
              <a:rPr lang="zh-CN" altLang="en-US" dirty="0"/>
              <a:t>列表替代真实 </a:t>
            </a:r>
            <a:r>
              <a:rPr lang="en-US" altLang="zh-CN" dirty="0"/>
              <a:t>input()</a:t>
            </a:r>
            <a:r>
              <a:rPr lang="zh-CN" altLang="en-US" dirty="0"/>
              <a:t>，模拟完整对话序列。</a:t>
            </a:r>
          </a:p>
          <a:p>
            <a:r>
              <a:rPr lang="zh-CN" altLang="en-US" dirty="0"/>
              <a:t>    在 </a:t>
            </a:r>
            <a:r>
              <a:rPr lang="en-US" altLang="zh-CN" dirty="0" err="1"/>
              <a:t>capture_output</a:t>
            </a:r>
            <a:r>
              <a:rPr lang="en-US" altLang="zh-CN" dirty="0"/>
              <a:t> </a:t>
            </a:r>
            <a:r>
              <a:rPr lang="zh-CN" altLang="en-US" dirty="0"/>
              <a:t>里用 </a:t>
            </a:r>
            <a:r>
              <a:rPr lang="en-US" altLang="zh-CN" dirty="0" err="1"/>
              <a:t>unittest.mock.patch</a:t>
            </a:r>
            <a:r>
              <a:rPr lang="en-US" altLang="zh-CN" dirty="0"/>
              <a:t> </a:t>
            </a:r>
            <a:r>
              <a:rPr lang="zh-CN" altLang="en-US" dirty="0"/>
              <a:t>替换 </a:t>
            </a:r>
            <a:r>
              <a:rPr lang="en-US" altLang="zh-CN" dirty="0" err="1"/>
              <a:t>builtins.input</a:t>
            </a:r>
            <a:r>
              <a:rPr lang="zh-CN" altLang="en-US" dirty="0"/>
              <a:t>，使解释器完全自动运行。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意图识别桩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en-US" altLang="zh-CN" dirty="0"/>
              <a:t>   	</a:t>
            </a:r>
            <a:r>
              <a:rPr lang="en-US" altLang="zh-CN" dirty="0" err="1"/>
              <a:t>resolve_intent_mock</a:t>
            </a:r>
            <a:r>
              <a:rPr lang="en-US" altLang="zh-CN" dirty="0"/>
              <a:t> + </a:t>
            </a:r>
            <a:r>
              <a:rPr lang="en-US" altLang="zh-CN" dirty="0" err="1"/>
              <a:t>recognize_intent</a:t>
            </a:r>
            <a:r>
              <a:rPr lang="en-US" altLang="zh-CN" dirty="0"/>
              <a:t>(mode="mock")</a:t>
            </a:r>
          </a:p>
          <a:p>
            <a:r>
              <a:rPr lang="en-US" altLang="zh-CN" dirty="0"/>
              <a:t>	</a:t>
            </a:r>
            <a:r>
              <a:rPr lang="zh-CN" altLang="en-US" dirty="0"/>
              <a:t>在 </a:t>
            </a:r>
            <a:r>
              <a:rPr lang="en-US" altLang="zh-CN" dirty="0"/>
              <a:t>mock </a:t>
            </a:r>
            <a:r>
              <a:rPr lang="zh-CN" altLang="en-US" dirty="0"/>
              <a:t>模式下，不调用 </a:t>
            </a:r>
            <a:r>
              <a:rPr lang="en-US" altLang="zh-CN" dirty="0"/>
              <a:t>LLM</a:t>
            </a:r>
            <a:r>
              <a:rPr lang="zh-CN" altLang="en-US" dirty="0"/>
              <a:t>，而是用关键词匹配决定分支。</a:t>
            </a:r>
          </a:p>
          <a:p>
            <a:r>
              <a:rPr lang="en-US" altLang="zh-CN" dirty="0"/>
              <a:t>	</a:t>
            </a:r>
            <a:r>
              <a:rPr lang="zh-CN" altLang="en-US" dirty="0"/>
              <a:t>用于 </a:t>
            </a:r>
            <a:r>
              <a:rPr lang="en-US" altLang="zh-CN" dirty="0"/>
              <a:t>DSL </a:t>
            </a:r>
            <a:r>
              <a:rPr lang="zh-CN" altLang="en-US" dirty="0"/>
              <a:t>自动测试和单元测试、保证无网络依赖，性能较优。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数据库桩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en-US" altLang="zh-CN" dirty="0"/>
              <a:t>   	    </a:t>
            </a:r>
            <a:r>
              <a:rPr lang="zh-CN" altLang="en-US" dirty="0"/>
              <a:t>在还没有引入数据库时，直接在程序里写死数据库，用于功能的正常测试。</a:t>
            </a:r>
            <a:endParaRPr lang="en-US" altLang="zh-CN" dirty="0"/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15C270DD-900A-B8BA-3BF3-516E96956EEB}"/>
              </a:ext>
            </a:extLst>
          </p:cNvPr>
          <p:cNvSpPr/>
          <p:nvPr/>
        </p:nvSpPr>
        <p:spPr>
          <a:xfrm>
            <a:off x="671427" y="1570575"/>
            <a:ext cx="9822694" cy="1542386"/>
          </a:xfrm>
          <a:prstGeom prst="rect">
            <a:avLst/>
          </a:prstGeom>
          <a:noFill/>
          <a:ln w="63500">
            <a:solidFill>
              <a:srgbClr val="6572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id-ID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Rectangle 7">
            <a:extLst>
              <a:ext uri="{FF2B5EF4-FFF2-40B4-BE49-F238E27FC236}">
                <a16:creationId xmlns:a16="http://schemas.microsoft.com/office/drawing/2014/main" id="{782DFB79-8E95-DE16-F00A-D58008D04FB1}"/>
              </a:ext>
            </a:extLst>
          </p:cNvPr>
          <p:cNvSpPr/>
          <p:nvPr/>
        </p:nvSpPr>
        <p:spPr>
          <a:xfrm>
            <a:off x="1184653" y="3323988"/>
            <a:ext cx="9822694" cy="1473723"/>
          </a:xfrm>
          <a:prstGeom prst="rect">
            <a:avLst/>
          </a:prstGeom>
          <a:noFill/>
          <a:ln w="635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id-ID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AEFFF8F7-941E-7719-4C80-9BA68C2219F6}"/>
              </a:ext>
            </a:extLst>
          </p:cNvPr>
          <p:cNvSpPr/>
          <p:nvPr/>
        </p:nvSpPr>
        <p:spPr>
          <a:xfrm>
            <a:off x="1781541" y="5002486"/>
            <a:ext cx="9822694" cy="1542386"/>
          </a:xfrm>
          <a:prstGeom prst="rect">
            <a:avLst/>
          </a:prstGeom>
          <a:noFill/>
          <a:ln w="63500">
            <a:solidFill>
              <a:srgbClr val="6572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id-ID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8543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0">
        <p:random/>
      </p:transition>
    </mc:Choice>
    <mc:Fallback xmlns="">
      <p:transition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 bldLvl="0" animBg="1"/>
      <p:bldP spid="22" grpId="0" bldLvl="0" animBg="1"/>
      <p:bldP spid="23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0DFF5-9CD8-62FE-8A9E-19073DD4B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0765024F-2DB7-9864-D422-F19D4B38B756}"/>
              </a:ext>
            </a:extLst>
          </p:cNvPr>
          <p:cNvSpPr/>
          <p:nvPr/>
        </p:nvSpPr>
        <p:spPr>
          <a:xfrm>
            <a:off x="-165185" y="-278210"/>
            <a:ext cx="1673225" cy="1673225"/>
          </a:xfrm>
          <a:prstGeom prst="ellipse">
            <a:avLst/>
          </a:prstGeom>
          <a:gradFill>
            <a:gsLst>
              <a:gs pos="0">
                <a:srgbClr val="7578B7">
                  <a:alpha val="8000"/>
                </a:srgbClr>
              </a:gs>
              <a:gs pos="100000">
                <a:srgbClr val="6366AD">
                  <a:alpha val="8000"/>
                </a:srgbClr>
              </a:gs>
            </a:gsLst>
            <a:lin ang="15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63081A7E-E74D-73F9-5401-36F2D16C74E3}"/>
              </a:ext>
            </a:extLst>
          </p:cNvPr>
          <p:cNvSpPr/>
          <p:nvPr/>
        </p:nvSpPr>
        <p:spPr>
          <a:xfrm>
            <a:off x="843830" y="615235"/>
            <a:ext cx="505460" cy="505460"/>
          </a:xfrm>
          <a:prstGeom prst="ellipse">
            <a:avLst/>
          </a:prstGeom>
          <a:gradFill>
            <a:gsLst>
              <a:gs pos="0">
                <a:srgbClr val="7578B7">
                  <a:alpha val="8000"/>
                </a:srgbClr>
              </a:gs>
              <a:gs pos="100000">
                <a:srgbClr val="6366AD"/>
              </a:gs>
            </a:gsLst>
            <a:lin ang="15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390DC29-1F46-FC99-6BAA-9134D494629C}"/>
              </a:ext>
            </a:extLst>
          </p:cNvPr>
          <p:cNvSpPr txBox="1"/>
          <p:nvPr/>
        </p:nvSpPr>
        <p:spPr>
          <a:xfrm>
            <a:off x="1436252" y="753800"/>
            <a:ext cx="2712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  <a:cs typeface="+mn-ea"/>
                <a:sym typeface="+mn-lt"/>
              </a:rPr>
              <a:t>单元测试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C23189C-E7BC-819C-FD96-E48848BF2194}"/>
              </a:ext>
            </a:extLst>
          </p:cNvPr>
          <p:cNvSpPr txBox="1"/>
          <p:nvPr/>
        </p:nvSpPr>
        <p:spPr>
          <a:xfrm>
            <a:off x="4805792" y="5873367"/>
            <a:ext cx="1353185" cy="467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dirty="0">
                <a:solidFill>
                  <a:srgbClr val="6572A1">
                    <a:alpha val="54000"/>
                  </a:srgbClr>
                </a:solidFill>
                <a:cs typeface="+mn-ea"/>
                <a:sym typeface="+mn-lt"/>
              </a:rPr>
              <a:t>Part . 07</a:t>
            </a:r>
          </a:p>
        </p:txBody>
      </p:sp>
      <p:sp>
        <p:nvSpPr>
          <p:cNvPr id="10" name="深度视觉·原创设计 https://www.docer.com/works?userid=22383862"/>
          <p:cNvSpPr/>
          <p:nvPr/>
        </p:nvSpPr>
        <p:spPr>
          <a:xfrm>
            <a:off x="1072319" y="1747867"/>
            <a:ext cx="5445578" cy="1851602"/>
          </a:xfrm>
          <a:prstGeom prst="rect">
            <a:avLst/>
          </a:prstGeom>
          <a:solidFill>
            <a:srgbClr val="6572A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" name="深度视觉·原创设计 https://www.docer.com/works?userid=22383862"/>
          <p:cNvSpPr/>
          <p:nvPr/>
        </p:nvSpPr>
        <p:spPr>
          <a:xfrm>
            <a:off x="1411944" y="2156910"/>
            <a:ext cx="586216" cy="5862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4236" y="16752"/>
                </a:moveTo>
                <a:cubicBezTo>
                  <a:pt x="14001" y="16887"/>
                  <a:pt x="13921" y="17188"/>
                  <a:pt x="14057" y="17422"/>
                </a:cubicBezTo>
                <a:cubicBezTo>
                  <a:pt x="14192" y="17658"/>
                  <a:pt x="14493" y="17738"/>
                  <a:pt x="14727" y="17602"/>
                </a:cubicBezTo>
                <a:cubicBezTo>
                  <a:pt x="14962" y="17467"/>
                  <a:pt x="15042" y="17167"/>
                  <a:pt x="14907" y="16932"/>
                </a:cubicBezTo>
                <a:cubicBezTo>
                  <a:pt x="14771" y="16697"/>
                  <a:pt x="14472" y="16617"/>
                  <a:pt x="14236" y="16752"/>
                </a:cubicBezTo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5218" y="10309"/>
                </a:moveTo>
                <a:lnTo>
                  <a:pt x="12694" y="10309"/>
                </a:lnTo>
                <a:cubicBezTo>
                  <a:pt x="12515" y="9624"/>
                  <a:pt x="11978" y="9084"/>
                  <a:pt x="11291" y="8906"/>
                </a:cubicBezTo>
                <a:lnTo>
                  <a:pt x="11291" y="3436"/>
                </a:lnTo>
                <a:cubicBezTo>
                  <a:pt x="11291" y="3166"/>
                  <a:pt x="11071" y="2945"/>
                  <a:pt x="10800" y="2945"/>
                </a:cubicBezTo>
                <a:cubicBezTo>
                  <a:pt x="10529" y="2945"/>
                  <a:pt x="10309" y="3166"/>
                  <a:pt x="10309" y="3436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5218" y="11291"/>
                </a:lnTo>
                <a:cubicBezTo>
                  <a:pt x="15489" y="11291"/>
                  <a:pt x="15709" y="11072"/>
                  <a:pt x="15709" y="10800"/>
                </a:cubicBezTo>
                <a:cubicBezTo>
                  <a:pt x="15709" y="10529"/>
                  <a:pt x="15489" y="10309"/>
                  <a:pt x="15218" y="10309"/>
                </a:cubicBezTo>
                <a:moveTo>
                  <a:pt x="16932" y="6693"/>
                </a:moveTo>
                <a:cubicBezTo>
                  <a:pt x="16697" y="6829"/>
                  <a:pt x="16616" y="7129"/>
                  <a:pt x="16752" y="7364"/>
                </a:cubicBezTo>
                <a:cubicBezTo>
                  <a:pt x="16887" y="7599"/>
                  <a:pt x="17188" y="7679"/>
                  <a:pt x="17422" y="7543"/>
                </a:cubicBezTo>
                <a:cubicBezTo>
                  <a:pt x="17657" y="7408"/>
                  <a:pt x="17737" y="7108"/>
                  <a:pt x="17602" y="6873"/>
                </a:cubicBezTo>
                <a:cubicBezTo>
                  <a:pt x="17467" y="6638"/>
                  <a:pt x="17166" y="6557"/>
                  <a:pt x="16932" y="6693"/>
                </a:cubicBezTo>
                <a:moveTo>
                  <a:pt x="10800" y="17673"/>
                </a:moveTo>
                <a:cubicBezTo>
                  <a:pt x="10529" y="17673"/>
                  <a:pt x="10309" y="17893"/>
                  <a:pt x="10309" y="18164"/>
                </a:cubicBezTo>
                <a:cubicBezTo>
                  <a:pt x="10309" y="18435"/>
                  <a:pt x="10529" y="18655"/>
                  <a:pt x="10800" y="18655"/>
                </a:cubicBezTo>
                <a:cubicBezTo>
                  <a:pt x="11071" y="18655"/>
                  <a:pt x="11291" y="18435"/>
                  <a:pt x="11291" y="18164"/>
                </a:cubicBezTo>
                <a:cubicBezTo>
                  <a:pt x="11291" y="17893"/>
                  <a:pt x="11071" y="17673"/>
                  <a:pt x="10800" y="17673"/>
                </a:cubicBezTo>
                <a:moveTo>
                  <a:pt x="17422" y="14057"/>
                </a:moveTo>
                <a:cubicBezTo>
                  <a:pt x="17188" y="13921"/>
                  <a:pt x="16887" y="14001"/>
                  <a:pt x="16752" y="14236"/>
                </a:cubicBezTo>
                <a:cubicBezTo>
                  <a:pt x="16616" y="14472"/>
                  <a:pt x="16697" y="14772"/>
                  <a:pt x="16932" y="14907"/>
                </a:cubicBezTo>
                <a:cubicBezTo>
                  <a:pt x="17166" y="15043"/>
                  <a:pt x="17467" y="14962"/>
                  <a:pt x="17602" y="14727"/>
                </a:cubicBezTo>
                <a:cubicBezTo>
                  <a:pt x="17737" y="14492"/>
                  <a:pt x="17657" y="14192"/>
                  <a:pt x="17422" y="14057"/>
                </a:cubicBezTo>
                <a:moveTo>
                  <a:pt x="4668" y="6693"/>
                </a:moveTo>
                <a:cubicBezTo>
                  <a:pt x="4433" y="6557"/>
                  <a:pt x="4133" y="6638"/>
                  <a:pt x="3998" y="6873"/>
                </a:cubicBezTo>
                <a:cubicBezTo>
                  <a:pt x="3863" y="7108"/>
                  <a:pt x="3942" y="7408"/>
                  <a:pt x="4178" y="7543"/>
                </a:cubicBezTo>
                <a:cubicBezTo>
                  <a:pt x="4412" y="7679"/>
                  <a:pt x="4713" y="7599"/>
                  <a:pt x="4848" y="7364"/>
                </a:cubicBezTo>
                <a:cubicBezTo>
                  <a:pt x="4984" y="7129"/>
                  <a:pt x="4903" y="6829"/>
                  <a:pt x="4668" y="6693"/>
                </a:cubicBezTo>
                <a:moveTo>
                  <a:pt x="14236" y="4848"/>
                </a:moveTo>
                <a:cubicBezTo>
                  <a:pt x="14472" y="4984"/>
                  <a:pt x="14771" y="4903"/>
                  <a:pt x="14907" y="4669"/>
                </a:cubicBezTo>
                <a:cubicBezTo>
                  <a:pt x="15042" y="4434"/>
                  <a:pt x="14962" y="4134"/>
                  <a:pt x="14727" y="3998"/>
                </a:cubicBezTo>
                <a:cubicBezTo>
                  <a:pt x="14493" y="3863"/>
                  <a:pt x="14192" y="3943"/>
                  <a:pt x="14057" y="4178"/>
                </a:cubicBezTo>
                <a:cubicBezTo>
                  <a:pt x="13921" y="4412"/>
                  <a:pt x="14001" y="4713"/>
                  <a:pt x="14236" y="4848"/>
                </a:cubicBezTo>
                <a:moveTo>
                  <a:pt x="3436" y="10309"/>
                </a:moveTo>
                <a:cubicBezTo>
                  <a:pt x="3166" y="10309"/>
                  <a:pt x="2945" y="10529"/>
                  <a:pt x="2945" y="10800"/>
                </a:cubicBezTo>
                <a:cubicBezTo>
                  <a:pt x="2945" y="11072"/>
                  <a:pt x="3166" y="11291"/>
                  <a:pt x="3436" y="11291"/>
                </a:cubicBezTo>
                <a:cubicBezTo>
                  <a:pt x="3707" y="11291"/>
                  <a:pt x="3927" y="11072"/>
                  <a:pt x="3927" y="10800"/>
                </a:cubicBezTo>
                <a:cubicBezTo>
                  <a:pt x="3927" y="10529"/>
                  <a:pt x="3707" y="10309"/>
                  <a:pt x="3436" y="10309"/>
                </a:cubicBezTo>
                <a:moveTo>
                  <a:pt x="6873" y="3998"/>
                </a:moveTo>
                <a:cubicBezTo>
                  <a:pt x="6638" y="4134"/>
                  <a:pt x="6558" y="4434"/>
                  <a:pt x="6693" y="4669"/>
                </a:cubicBezTo>
                <a:cubicBezTo>
                  <a:pt x="6829" y="4903"/>
                  <a:pt x="7129" y="4984"/>
                  <a:pt x="7364" y="4848"/>
                </a:cubicBezTo>
                <a:cubicBezTo>
                  <a:pt x="7599" y="4713"/>
                  <a:pt x="7679" y="4412"/>
                  <a:pt x="7543" y="4178"/>
                </a:cubicBezTo>
                <a:cubicBezTo>
                  <a:pt x="7408" y="3943"/>
                  <a:pt x="7108" y="3863"/>
                  <a:pt x="6873" y="3998"/>
                </a:cubicBezTo>
                <a:moveTo>
                  <a:pt x="4178" y="14057"/>
                </a:moveTo>
                <a:cubicBezTo>
                  <a:pt x="3942" y="14192"/>
                  <a:pt x="3863" y="14492"/>
                  <a:pt x="3998" y="14727"/>
                </a:cubicBezTo>
                <a:cubicBezTo>
                  <a:pt x="4133" y="14962"/>
                  <a:pt x="4433" y="15043"/>
                  <a:pt x="4668" y="14907"/>
                </a:cubicBezTo>
                <a:cubicBezTo>
                  <a:pt x="4903" y="14772"/>
                  <a:pt x="4984" y="14472"/>
                  <a:pt x="4848" y="14236"/>
                </a:cubicBezTo>
                <a:cubicBezTo>
                  <a:pt x="4713" y="14001"/>
                  <a:pt x="4412" y="13921"/>
                  <a:pt x="4178" y="14057"/>
                </a:cubicBezTo>
                <a:moveTo>
                  <a:pt x="7364" y="16752"/>
                </a:moveTo>
                <a:cubicBezTo>
                  <a:pt x="7129" y="16617"/>
                  <a:pt x="6829" y="16697"/>
                  <a:pt x="6693" y="16932"/>
                </a:cubicBezTo>
                <a:cubicBezTo>
                  <a:pt x="6558" y="17167"/>
                  <a:pt x="6638" y="17467"/>
                  <a:pt x="6873" y="17602"/>
                </a:cubicBezTo>
                <a:cubicBezTo>
                  <a:pt x="7108" y="17738"/>
                  <a:pt x="7408" y="17658"/>
                  <a:pt x="7543" y="17422"/>
                </a:cubicBezTo>
                <a:cubicBezTo>
                  <a:pt x="7679" y="17188"/>
                  <a:pt x="7599" y="16887"/>
                  <a:pt x="7364" y="16752"/>
                </a:cubicBezTo>
                <a:moveTo>
                  <a:pt x="18164" y="10309"/>
                </a:moveTo>
                <a:cubicBezTo>
                  <a:pt x="17893" y="10309"/>
                  <a:pt x="17673" y="10529"/>
                  <a:pt x="17673" y="10800"/>
                </a:cubicBezTo>
                <a:cubicBezTo>
                  <a:pt x="17673" y="11072"/>
                  <a:pt x="17893" y="11291"/>
                  <a:pt x="18164" y="11291"/>
                </a:cubicBezTo>
                <a:cubicBezTo>
                  <a:pt x="18434" y="11291"/>
                  <a:pt x="18655" y="11072"/>
                  <a:pt x="18655" y="10800"/>
                </a:cubicBezTo>
                <a:cubicBezTo>
                  <a:pt x="18655" y="10529"/>
                  <a:pt x="18434" y="10309"/>
                  <a:pt x="18164" y="10309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200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30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5" name="深度视觉·原创设计 https://www.docer.com/works?userid=22383862"/>
          <p:cNvSpPr/>
          <p:nvPr/>
        </p:nvSpPr>
        <p:spPr>
          <a:xfrm>
            <a:off x="5743037" y="3953901"/>
            <a:ext cx="5445578" cy="1851602"/>
          </a:xfrm>
          <a:prstGeom prst="rect">
            <a:avLst/>
          </a:prstGeom>
          <a:solidFill>
            <a:srgbClr val="6366AD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6" name="深度视觉·原创设计 https://www.docer.com/works?userid=22383862"/>
          <p:cNvSpPr/>
          <p:nvPr/>
        </p:nvSpPr>
        <p:spPr>
          <a:xfrm>
            <a:off x="6144196" y="4380396"/>
            <a:ext cx="586215" cy="5862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7364"/>
                </a:moveTo>
                <a:cubicBezTo>
                  <a:pt x="20838" y="7364"/>
                  <a:pt x="20618" y="7584"/>
                  <a:pt x="20618" y="7855"/>
                </a:cubicBezTo>
                <a:lnTo>
                  <a:pt x="20618" y="18655"/>
                </a:lnTo>
                <a:cubicBezTo>
                  <a:pt x="20618" y="19739"/>
                  <a:pt x="19739" y="20618"/>
                  <a:pt x="18655" y="20618"/>
                </a:cubicBez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2945"/>
                </a:lnTo>
                <a:cubicBezTo>
                  <a:pt x="982" y="1861"/>
                  <a:pt x="1861" y="982"/>
                  <a:pt x="2945" y="982"/>
                </a:cubicBezTo>
                <a:lnTo>
                  <a:pt x="13745" y="982"/>
                </a:lnTo>
                <a:cubicBezTo>
                  <a:pt x="14017" y="982"/>
                  <a:pt x="14236" y="762"/>
                  <a:pt x="14236" y="491"/>
                </a:cubicBezTo>
                <a:cubicBezTo>
                  <a:pt x="14236" y="220"/>
                  <a:pt x="14017" y="0"/>
                  <a:pt x="13745" y="0"/>
                </a:cubicBezTo>
                <a:lnTo>
                  <a:pt x="2945" y="0"/>
                </a:lnTo>
                <a:cubicBezTo>
                  <a:pt x="1318" y="0"/>
                  <a:pt x="0" y="1319"/>
                  <a:pt x="0" y="2945"/>
                </a:cubicBezTo>
                <a:lnTo>
                  <a:pt x="0" y="18655"/>
                </a:lnTo>
                <a:cubicBezTo>
                  <a:pt x="0" y="20282"/>
                  <a:pt x="1318" y="21600"/>
                  <a:pt x="2945" y="21600"/>
                </a:cubicBezTo>
                <a:lnTo>
                  <a:pt x="18655" y="21600"/>
                </a:lnTo>
                <a:cubicBezTo>
                  <a:pt x="20282" y="21600"/>
                  <a:pt x="21600" y="20282"/>
                  <a:pt x="21600" y="18655"/>
                </a:cubicBezTo>
                <a:lnTo>
                  <a:pt x="21600" y="7855"/>
                </a:lnTo>
                <a:cubicBezTo>
                  <a:pt x="21600" y="7584"/>
                  <a:pt x="21380" y="7364"/>
                  <a:pt x="21109" y="7364"/>
                </a:cubicBezTo>
                <a:moveTo>
                  <a:pt x="7006" y="12764"/>
                </a:moveTo>
                <a:lnTo>
                  <a:pt x="8836" y="12764"/>
                </a:lnTo>
                <a:lnTo>
                  <a:pt x="8836" y="14594"/>
                </a:lnTo>
                <a:lnTo>
                  <a:pt x="6627" y="14973"/>
                </a:lnTo>
                <a:cubicBezTo>
                  <a:pt x="6627" y="14973"/>
                  <a:pt x="7006" y="12764"/>
                  <a:pt x="7006" y="12764"/>
                </a:cubicBezTo>
                <a:close/>
                <a:moveTo>
                  <a:pt x="16775" y="2742"/>
                </a:moveTo>
                <a:lnTo>
                  <a:pt x="18858" y="4825"/>
                </a:lnTo>
                <a:lnTo>
                  <a:pt x="9818" y="13865"/>
                </a:lnTo>
                <a:lnTo>
                  <a:pt x="9818" y="11782"/>
                </a:lnTo>
                <a:lnTo>
                  <a:pt x="7736" y="11782"/>
                </a:lnTo>
                <a:cubicBezTo>
                  <a:pt x="7736" y="11782"/>
                  <a:pt x="16775" y="2742"/>
                  <a:pt x="16775" y="2742"/>
                </a:cubicBezTo>
                <a:close/>
                <a:moveTo>
                  <a:pt x="18104" y="1414"/>
                </a:moveTo>
                <a:cubicBezTo>
                  <a:pt x="18371" y="1147"/>
                  <a:pt x="18739" y="982"/>
                  <a:pt x="19145" y="982"/>
                </a:cubicBezTo>
                <a:cubicBezTo>
                  <a:pt x="19959" y="982"/>
                  <a:pt x="20618" y="1642"/>
                  <a:pt x="20618" y="2455"/>
                </a:cubicBezTo>
                <a:cubicBezTo>
                  <a:pt x="20618" y="2861"/>
                  <a:pt x="20453" y="3230"/>
                  <a:pt x="20187" y="3496"/>
                </a:cubicBezTo>
                <a:lnTo>
                  <a:pt x="19552" y="4131"/>
                </a:lnTo>
                <a:lnTo>
                  <a:pt x="17469" y="2048"/>
                </a:lnTo>
                <a:cubicBezTo>
                  <a:pt x="17469" y="2048"/>
                  <a:pt x="18104" y="1414"/>
                  <a:pt x="18104" y="1414"/>
                </a:cubicBezTo>
                <a:close/>
                <a:moveTo>
                  <a:pt x="5400" y="16200"/>
                </a:moveTo>
                <a:lnTo>
                  <a:pt x="9590" y="15481"/>
                </a:lnTo>
                <a:lnTo>
                  <a:pt x="20881" y="4190"/>
                </a:lnTo>
                <a:cubicBezTo>
                  <a:pt x="21325" y="3746"/>
                  <a:pt x="21600" y="3133"/>
                  <a:pt x="21600" y="2455"/>
                </a:cubicBezTo>
                <a:cubicBezTo>
                  <a:pt x="21600" y="1099"/>
                  <a:pt x="20501" y="0"/>
                  <a:pt x="19145" y="0"/>
                </a:cubicBezTo>
                <a:cubicBezTo>
                  <a:pt x="18468" y="0"/>
                  <a:pt x="17854" y="275"/>
                  <a:pt x="17410" y="719"/>
                </a:cubicBezTo>
                <a:lnTo>
                  <a:pt x="6119" y="12010"/>
                </a:lnTo>
                <a:cubicBezTo>
                  <a:pt x="6119" y="12010"/>
                  <a:pt x="5400" y="16200"/>
                  <a:pt x="5400" y="16200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200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3000" dirty="0">
              <a:cs typeface="+mn-ea"/>
              <a:sym typeface="+mn-lt"/>
            </a:endParaRPr>
          </a:p>
        </p:txBody>
      </p:sp>
      <p:sp>
        <p:nvSpPr>
          <p:cNvPr id="18" name="深度视觉·原创设计 https://www.docer.com/works?userid=22383862"/>
          <p:cNvSpPr/>
          <p:nvPr/>
        </p:nvSpPr>
        <p:spPr>
          <a:xfrm>
            <a:off x="2180790" y="2514891"/>
            <a:ext cx="41544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bg2"/>
                </a:solidFill>
              </a:rPr>
              <a:t>合法 </a:t>
            </a:r>
            <a:r>
              <a:rPr lang="en-US" altLang="zh-CN" sz="1200" dirty="0">
                <a:solidFill>
                  <a:schemeClr val="bg2"/>
                </a:solidFill>
              </a:rPr>
              <a:t>DSL</a:t>
            </a:r>
            <a:r>
              <a:rPr lang="zh-CN" altLang="en-US" sz="1200" dirty="0">
                <a:solidFill>
                  <a:schemeClr val="bg2"/>
                </a:solidFill>
              </a:rPr>
              <a:t>能正常解析。</a:t>
            </a:r>
            <a:endParaRPr lang="en-US" altLang="zh-CN" sz="1200" dirty="0">
              <a:solidFill>
                <a:schemeClr val="bg2"/>
              </a:solidFill>
            </a:endParaRPr>
          </a:p>
          <a:p>
            <a:r>
              <a:rPr lang="zh-CN" altLang="en-US" sz="1200" dirty="0">
                <a:solidFill>
                  <a:schemeClr val="bg2"/>
                </a:solidFill>
              </a:rPr>
              <a:t>所有 </a:t>
            </a:r>
            <a:r>
              <a:rPr lang="en-US" altLang="zh-CN" sz="1200" dirty="0">
                <a:solidFill>
                  <a:schemeClr val="bg2"/>
                </a:solidFill>
              </a:rPr>
              <a:t>Branch / Silence / Default </a:t>
            </a:r>
            <a:r>
              <a:rPr lang="zh-CN" altLang="en-US" sz="1200" dirty="0">
                <a:solidFill>
                  <a:schemeClr val="bg2"/>
                </a:solidFill>
              </a:rPr>
              <a:t>引用的 </a:t>
            </a:r>
            <a:r>
              <a:rPr lang="en-US" altLang="zh-CN" sz="1200" dirty="0">
                <a:solidFill>
                  <a:schemeClr val="bg2"/>
                </a:solidFill>
              </a:rPr>
              <a:t>Step </a:t>
            </a:r>
            <a:r>
              <a:rPr lang="zh-CN" altLang="en-US" sz="1200" dirty="0">
                <a:solidFill>
                  <a:schemeClr val="bg2"/>
                </a:solidFill>
              </a:rPr>
              <a:t>都存在。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错误语法会抛出 </a:t>
            </a:r>
            <a:r>
              <a:rPr lang="en-US" altLang="zh-CN" sz="1200" dirty="0" err="1">
                <a:solidFill>
                  <a:schemeClr val="bg2"/>
                </a:solidFill>
              </a:rPr>
              <a:t>ParseError</a:t>
            </a:r>
            <a:r>
              <a:rPr lang="zh-CN" altLang="en-US" sz="1200" dirty="0">
                <a:solidFill>
                  <a:schemeClr val="bg2"/>
                </a:solidFill>
              </a:rPr>
              <a:t>：拼错关键字、缺少 </a:t>
            </a:r>
            <a:r>
              <a:rPr lang="en-US" altLang="zh-CN" sz="1200" dirty="0">
                <a:solidFill>
                  <a:schemeClr val="bg2"/>
                </a:solidFill>
              </a:rPr>
              <a:t>Step </a:t>
            </a:r>
            <a:r>
              <a:rPr lang="zh-CN" altLang="en-US" sz="1200" dirty="0">
                <a:solidFill>
                  <a:schemeClr val="bg2"/>
                </a:solidFill>
              </a:rPr>
              <a:t>名。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表达式 </a:t>
            </a:r>
            <a:r>
              <a:rPr lang="en-US" altLang="zh-CN" sz="1200" dirty="0">
                <a:solidFill>
                  <a:schemeClr val="bg2"/>
                </a:solidFill>
              </a:rPr>
              <a:t>/ Listen / Exit / Branch </a:t>
            </a:r>
            <a:r>
              <a:rPr lang="zh-CN" altLang="en-US" sz="1200" dirty="0">
                <a:solidFill>
                  <a:schemeClr val="bg2"/>
                </a:solidFill>
              </a:rPr>
              <a:t>的解析正确。</a:t>
            </a:r>
          </a:p>
        </p:txBody>
      </p:sp>
      <p:sp>
        <p:nvSpPr>
          <p:cNvPr id="19" name="深度视觉·原创设计 https://www.docer.com/works?userid=22383862"/>
          <p:cNvSpPr/>
          <p:nvPr/>
        </p:nvSpPr>
        <p:spPr>
          <a:xfrm>
            <a:off x="2491040" y="2114781"/>
            <a:ext cx="178319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>
              <a:defRPr/>
            </a:pPr>
            <a:r>
              <a:rPr lang="en-US" altLang="zh-CN" sz="2000" b="1" dirty="0">
                <a:solidFill>
                  <a:schemeClr val="bg1"/>
                </a:solidFill>
                <a:cs typeface="+mn-ea"/>
                <a:sym typeface="+mn-lt"/>
              </a:rPr>
              <a:t>DSL </a:t>
            </a:r>
            <a:r>
              <a:rPr lang="zh-CN" altLang="en-US" sz="2000" b="1" dirty="0">
                <a:solidFill>
                  <a:schemeClr val="bg1"/>
                </a:solidFill>
                <a:cs typeface="+mn-ea"/>
                <a:sym typeface="+mn-lt"/>
              </a:rPr>
              <a:t>解析测试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2" name="深度视觉·原创设计 https://www.docer.com/works?userid=22383862"/>
          <p:cNvSpPr/>
          <p:nvPr/>
        </p:nvSpPr>
        <p:spPr>
          <a:xfrm>
            <a:off x="6871875" y="4810274"/>
            <a:ext cx="349345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bg2"/>
                </a:solidFill>
              </a:rPr>
              <a:t>多个用例覆盖“查询订单 </a:t>
            </a:r>
            <a:r>
              <a:rPr lang="en-US" altLang="zh-CN" sz="1200" dirty="0">
                <a:solidFill>
                  <a:schemeClr val="bg2"/>
                </a:solidFill>
              </a:rPr>
              <a:t>/ </a:t>
            </a:r>
            <a:r>
              <a:rPr lang="zh-CN" altLang="en-US" sz="1200" dirty="0">
                <a:solidFill>
                  <a:schemeClr val="bg2"/>
                </a:solidFill>
              </a:rPr>
              <a:t>投诉 </a:t>
            </a:r>
            <a:r>
              <a:rPr lang="en-US" altLang="zh-CN" sz="1200" dirty="0">
                <a:solidFill>
                  <a:schemeClr val="bg2"/>
                </a:solidFill>
              </a:rPr>
              <a:t>/ </a:t>
            </a:r>
            <a:r>
              <a:rPr lang="zh-CN" altLang="en-US" sz="1200" dirty="0">
                <a:solidFill>
                  <a:schemeClr val="bg2"/>
                </a:solidFill>
              </a:rPr>
              <a:t>退款 </a:t>
            </a:r>
            <a:r>
              <a:rPr lang="en-US" altLang="zh-CN" sz="1200" dirty="0">
                <a:solidFill>
                  <a:schemeClr val="bg2"/>
                </a:solidFill>
              </a:rPr>
              <a:t>/ </a:t>
            </a:r>
            <a:r>
              <a:rPr lang="zh-CN" altLang="en-US" sz="1200" dirty="0">
                <a:solidFill>
                  <a:schemeClr val="bg2"/>
                </a:solidFill>
              </a:rPr>
              <a:t>无法匹配”等场景，验证 </a:t>
            </a:r>
            <a:r>
              <a:rPr lang="en-US" altLang="zh-CN" sz="1200" dirty="0">
                <a:solidFill>
                  <a:schemeClr val="bg2"/>
                </a:solidFill>
              </a:rPr>
              <a:t>mock </a:t>
            </a:r>
            <a:r>
              <a:rPr lang="zh-CN" altLang="en-US" sz="1200" dirty="0">
                <a:solidFill>
                  <a:schemeClr val="bg2"/>
                </a:solidFill>
              </a:rPr>
              <a:t>模式的返回结果。</a:t>
            </a:r>
          </a:p>
        </p:txBody>
      </p:sp>
      <p:sp>
        <p:nvSpPr>
          <p:cNvPr id="23" name="深度视觉·原创设计 https://www.docer.com/works?userid=22383862"/>
          <p:cNvSpPr/>
          <p:nvPr/>
        </p:nvSpPr>
        <p:spPr>
          <a:xfrm>
            <a:off x="7098941" y="4338267"/>
            <a:ext cx="178319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>
              <a:defRPr/>
            </a:pPr>
            <a:r>
              <a:rPr lang="zh-CN" altLang="en-US" sz="2000" b="1" dirty="0">
                <a:solidFill>
                  <a:schemeClr val="bg1"/>
                </a:solidFill>
                <a:cs typeface="+mn-ea"/>
                <a:sym typeface="+mn-lt"/>
              </a:rPr>
              <a:t>意图识别测试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ED9DD272-4422-0C61-695F-9363153FAC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256"/>
          <a:stretch>
            <a:fillRect/>
          </a:stretch>
        </p:blipFill>
        <p:spPr>
          <a:xfrm>
            <a:off x="6750547" y="1316122"/>
            <a:ext cx="2479977" cy="1993301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90C04A09-00CD-45D4-B542-AB4E56D56C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5092" y="1311370"/>
            <a:ext cx="2717875" cy="1998053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44E0FF0E-13C3-85D2-8FC0-C359286713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848" y="4396124"/>
            <a:ext cx="5097913" cy="124179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76008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0">
        <p:random/>
      </p:transition>
    </mc:Choice>
    <mc:Fallback xmlns="">
      <p:transition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5" grpId="0" animBg="1"/>
      <p:bldP spid="16" grpId="0" animBg="1"/>
      <p:bldP spid="18" grpId="0"/>
      <p:bldP spid="19" grpId="0"/>
      <p:bldP spid="22" grpId="0"/>
      <p:bldP spid="2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FC283-A17E-0A3E-82D1-D300B5F67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B281467F-360B-FBF3-C9D0-CB66A6AA5D30}"/>
              </a:ext>
            </a:extLst>
          </p:cNvPr>
          <p:cNvSpPr/>
          <p:nvPr/>
        </p:nvSpPr>
        <p:spPr>
          <a:xfrm>
            <a:off x="-165185" y="-278210"/>
            <a:ext cx="1673225" cy="1673225"/>
          </a:xfrm>
          <a:prstGeom prst="ellipse">
            <a:avLst/>
          </a:prstGeom>
          <a:gradFill>
            <a:gsLst>
              <a:gs pos="0">
                <a:srgbClr val="7578B7">
                  <a:alpha val="8000"/>
                </a:srgbClr>
              </a:gs>
              <a:gs pos="100000">
                <a:srgbClr val="6366AD">
                  <a:alpha val="8000"/>
                </a:srgbClr>
              </a:gs>
            </a:gsLst>
            <a:lin ang="15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7ED3E2ED-314D-7C26-9B8E-35E82FEC85B6}"/>
              </a:ext>
            </a:extLst>
          </p:cNvPr>
          <p:cNvSpPr/>
          <p:nvPr/>
        </p:nvSpPr>
        <p:spPr>
          <a:xfrm>
            <a:off x="843830" y="615235"/>
            <a:ext cx="505460" cy="505460"/>
          </a:xfrm>
          <a:prstGeom prst="ellipse">
            <a:avLst/>
          </a:prstGeom>
          <a:gradFill>
            <a:gsLst>
              <a:gs pos="0">
                <a:srgbClr val="7578B7">
                  <a:alpha val="8000"/>
                </a:srgbClr>
              </a:gs>
              <a:gs pos="100000">
                <a:srgbClr val="6366AD"/>
              </a:gs>
            </a:gsLst>
            <a:lin ang="15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854972E-91C3-F491-A738-434BE9A10BC1}"/>
              </a:ext>
            </a:extLst>
          </p:cNvPr>
          <p:cNvSpPr txBox="1"/>
          <p:nvPr/>
        </p:nvSpPr>
        <p:spPr>
          <a:xfrm>
            <a:off x="1436252" y="753800"/>
            <a:ext cx="2712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ea"/>
                <a:sym typeface="+mn-lt"/>
              </a:rPr>
              <a:t>自动测试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066D20A-8FF0-D3D0-1B16-D40DD86CFBF0}"/>
              </a:ext>
            </a:extLst>
          </p:cNvPr>
          <p:cNvSpPr txBox="1"/>
          <p:nvPr/>
        </p:nvSpPr>
        <p:spPr>
          <a:xfrm>
            <a:off x="4805792" y="5873367"/>
            <a:ext cx="1353185" cy="467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dirty="0">
                <a:solidFill>
                  <a:srgbClr val="6572A1">
                    <a:alpha val="54000"/>
                  </a:srgbClr>
                </a:solidFill>
                <a:cs typeface="+mn-ea"/>
                <a:sym typeface="+mn-lt"/>
              </a:rPr>
              <a:t>Part . 07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310FA70-4C46-FC1B-158A-30B16948D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427" y="1457881"/>
            <a:ext cx="5658312" cy="227485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A46D74A-6A4D-E8DD-8739-509632429B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9631" y="615110"/>
            <a:ext cx="3859239" cy="494942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53FC659-B06B-9246-D5AB-809569840A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833" y="4715447"/>
            <a:ext cx="6400800" cy="13425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8A00F528-7F1E-3E4C-DD97-7315A73CC826}"/>
              </a:ext>
            </a:extLst>
          </p:cNvPr>
          <p:cNvSpPr txBox="1"/>
          <p:nvPr/>
        </p:nvSpPr>
        <p:spPr>
          <a:xfrm>
            <a:off x="244455" y="3877845"/>
            <a:ext cx="7045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执行</a:t>
            </a:r>
            <a:r>
              <a:rPr lang="en-US" altLang="zh-CN" dirty="0" err="1"/>
              <a:t>auto_test</a:t>
            </a:r>
            <a:r>
              <a:rPr lang="zh-CN" altLang="en-US" dirty="0"/>
              <a:t>程序，模拟用户输入，测试整体客服机器人服务流程；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FA26418-3F10-6AE9-2E92-F3CBF00CBB60}"/>
              </a:ext>
            </a:extLst>
          </p:cNvPr>
          <p:cNvSpPr txBox="1"/>
          <p:nvPr/>
        </p:nvSpPr>
        <p:spPr>
          <a:xfrm>
            <a:off x="7584791" y="5688701"/>
            <a:ext cx="3621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把完整测试流程写在日志中如上；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C0D3D96-F38E-D860-0651-F3F8AECD0825}"/>
              </a:ext>
            </a:extLst>
          </p:cNvPr>
          <p:cNvSpPr txBox="1"/>
          <p:nvPr/>
        </p:nvSpPr>
        <p:spPr>
          <a:xfrm>
            <a:off x="831550" y="6167066"/>
            <a:ext cx="57410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还有一版用</a:t>
            </a:r>
            <a:r>
              <a:rPr lang="en-US" altLang="zh-CN" dirty="0" err="1"/>
              <a:t>pytest</a:t>
            </a:r>
            <a:r>
              <a:rPr lang="zh-CN" altLang="en-US" dirty="0"/>
              <a:t>封装了下（因为自动测试在一个大函数里执行，变成了一个测试导致总测试数变少了）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1910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0">
        <p:random/>
      </p:transition>
    </mc:Choice>
    <mc:Fallback xmlns="">
      <p:transition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2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31FC7-C5C7-002E-95C5-4EF271B59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未命名 -1_WPS图片">
            <a:extLst>
              <a:ext uri="{FF2B5EF4-FFF2-40B4-BE49-F238E27FC236}">
                <a16:creationId xmlns:a16="http://schemas.microsoft.com/office/drawing/2014/main" id="{2E61ABD5-0759-F186-8FCD-0BEB551E44D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635"/>
            <a:ext cx="12191365" cy="6858635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669C0214-F060-75C6-6AA9-0F3ADB77FC12}"/>
              </a:ext>
            </a:extLst>
          </p:cNvPr>
          <p:cNvGrpSpPr/>
          <p:nvPr/>
        </p:nvGrpSpPr>
        <p:grpSpPr>
          <a:xfrm>
            <a:off x="11461302" y="513441"/>
            <a:ext cx="363794" cy="211230"/>
            <a:chOff x="7236541" y="403123"/>
            <a:chExt cx="363794" cy="211230"/>
          </a:xfrm>
        </p:grpSpPr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BFEF1451-F856-0166-C904-7E994FA5760C}"/>
                </a:ext>
              </a:extLst>
            </p:cNvPr>
            <p:cNvCxnSpPr/>
            <p:nvPr/>
          </p:nvCxnSpPr>
          <p:spPr>
            <a:xfrm>
              <a:off x="7236542" y="403123"/>
              <a:ext cx="363793" cy="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6F6ABD4D-8A0F-3260-1B56-B1D5BE6D5271}"/>
                </a:ext>
              </a:extLst>
            </p:cNvPr>
            <p:cNvCxnSpPr/>
            <p:nvPr/>
          </p:nvCxnSpPr>
          <p:spPr>
            <a:xfrm>
              <a:off x="7236541" y="511605"/>
              <a:ext cx="363793" cy="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C70BAD14-EDEC-F596-67B7-A9D292D0E42F}"/>
                </a:ext>
              </a:extLst>
            </p:cNvPr>
            <p:cNvCxnSpPr/>
            <p:nvPr/>
          </p:nvCxnSpPr>
          <p:spPr>
            <a:xfrm>
              <a:off x="7418437" y="614353"/>
              <a:ext cx="181897" cy="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5D55302F-9F97-A17F-534B-46337DB1165A}"/>
              </a:ext>
            </a:extLst>
          </p:cNvPr>
          <p:cNvSpPr txBox="1"/>
          <p:nvPr/>
        </p:nvSpPr>
        <p:spPr>
          <a:xfrm>
            <a:off x="2018030" y="2686050"/>
            <a:ext cx="89954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4800" b="1" dirty="0">
                <a:solidFill>
                  <a:schemeClr val="bg1"/>
                </a:solidFill>
                <a:cs typeface="+mn-ea"/>
                <a:sym typeface="+mn-lt"/>
              </a:rPr>
              <a:t>/</a:t>
            </a:r>
            <a:r>
              <a:rPr lang="zh-CN" altLang="en-US" sz="4800" b="1" dirty="0">
                <a:solidFill>
                  <a:schemeClr val="bg1"/>
                </a:solidFill>
                <a:cs typeface="+mn-ea"/>
                <a:sym typeface="+mn-lt"/>
              </a:rPr>
              <a:t>总结与展望</a:t>
            </a:r>
            <a:r>
              <a:rPr lang="en-US" altLang="zh-CN" sz="4800" b="1" dirty="0">
                <a:solidFill>
                  <a:schemeClr val="bg1"/>
                </a:solidFill>
                <a:cs typeface="+mn-ea"/>
                <a:sym typeface="+mn-lt"/>
              </a:rPr>
              <a:t>/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C6CE72D-F6C4-F576-5427-2FCCBB7EA2FE}"/>
              </a:ext>
            </a:extLst>
          </p:cNvPr>
          <p:cNvSpPr txBox="1"/>
          <p:nvPr/>
        </p:nvSpPr>
        <p:spPr>
          <a:xfrm>
            <a:off x="5336540" y="4032885"/>
            <a:ext cx="1886585" cy="467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Part . 08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1CBBD64-1F56-B1E4-F9A1-B984BAB95900}"/>
              </a:ext>
            </a:extLst>
          </p:cNvPr>
          <p:cNvSpPr txBox="1"/>
          <p:nvPr/>
        </p:nvSpPr>
        <p:spPr>
          <a:xfrm>
            <a:off x="2791780" y="3320148"/>
            <a:ext cx="6976103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i="1" spc="600" dirty="0">
                <a:solidFill>
                  <a:schemeClr val="bg1">
                    <a:alpha val="70000"/>
                  </a:schemeClr>
                </a:solidFill>
                <a:latin typeface="Malgun Gothic Semilight" panose="020B0502040204020203" pitchFamily="34" charset="-122"/>
                <a:ea typeface="Malgun Gothic Semilight" panose="020B0502040204020203" pitchFamily="34" charset="-122"/>
                <a:cs typeface="Malgun Gothic Semilight" panose="020B0502040204020203" pitchFamily="34" charset="-122"/>
                <a:sym typeface="+mn-lt"/>
              </a:rPr>
              <a:t>Conclusion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743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0">
        <p:random/>
      </p:transition>
    </mc:Choice>
    <mc:Fallback xmlns="">
      <p:transition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2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217805" y="-517525"/>
            <a:ext cx="1673225" cy="1673225"/>
          </a:xfrm>
          <a:prstGeom prst="ellipse">
            <a:avLst/>
          </a:prstGeom>
          <a:gradFill>
            <a:gsLst>
              <a:gs pos="0">
                <a:srgbClr val="7578B7">
                  <a:alpha val="8000"/>
                </a:srgbClr>
              </a:gs>
              <a:gs pos="100000">
                <a:srgbClr val="6366AD">
                  <a:alpha val="8000"/>
                </a:srgbClr>
              </a:gs>
            </a:gsLst>
            <a:lin ang="15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791210" y="375920"/>
            <a:ext cx="505460" cy="505460"/>
          </a:xfrm>
          <a:prstGeom prst="ellipse">
            <a:avLst/>
          </a:prstGeom>
          <a:gradFill>
            <a:gsLst>
              <a:gs pos="0">
                <a:srgbClr val="7578B7">
                  <a:alpha val="8000"/>
                </a:srgbClr>
              </a:gs>
              <a:gs pos="100000">
                <a:srgbClr val="6366AD"/>
              </a:gs>
            </a:gsLst>
            <a:lin ang="15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96670" y="513080"/>
            <a:ext cx="25158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+mn-ea"/>
                <a:sym typeface="+mn-lt"/>
              </a:rPr>
              <a:t>总结和展望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679440" y="6082665"/>
            <a:ext cx="1353185" cy="467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dirty="0">
                <a:solidFill>
                  <a:srgbClr val="6572A1">
                    <a:alpha val="54000"/>
                  </a:srgbClr>
                </a:solidFill>
                <a:cs typeface="+mn-ea"/>
                <a:sym typeface="+mn-lt"/>
              </a:rPr>
              <a:t>Part . 08</a:t>
            </a:r>
          </a:p>
        </p:txBody>
      </p:sp>
      <p:sp>
        <p:nvSpPr>
          <p:cNvPr id="31" name="任意多边形: 形状 63"/>
          <p:cNvSpPr/>
          <p:nvPr/>
        </p:nvSpPr>
        <p:spPr>
          <a:xfrm>
            <a:off x="7820848" y="2720111"/>
            <a:ext cx="415102" cy="415102"/>
          </a:xfrm>
          <a:prstGeom prst="ellipse">
            <a:avLst/>
          </a:prstGeom>
          <a:solidFill>
            <a:srgbClr val="545D79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2" name="任意多边形: 形状 64"/>
          <p:cNvSpPr/>
          <p:nvPr/>
        </p:nvSpPr>
        <p:spPr>
          <a:xfrm>
            <a:off x="7820848" y="4398902"/>
            <a:ext cx="415102" cy="415102"/>
          </a:xfrm>
          <a:prstGeom prst="ellipse">
            <a:avLst/>
          </a:prstGeom>
          <a:solidFill>
            <a:srgbClr val="545D79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3" name="任意多边形: 形状 65"/>
          <p:cNvSpPr/>
          <p:nvPr/>
        </p:nvSpPr>
        <p:spPr>
          <a:xfrm>
            <a:off x="7956824" y="2845727"/>
            <a:ext cx="172652" cy="16387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4" name="任意多边形: 形状 66"/>
          <p:cNvSpPr/>
          <p:nvPr/>
        </p:nvSpPr>
        <p:spPr>
          <a:xfrm>
            <a:off x="7973204" y="4520736"/>
            <a:ext cx="139886" cy="17143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7820848" y="3333008"/>
            <a:ext cx="2945970" cy="0"/>
          </a:xfrm>
          <a:prstGeom prst="line">
            <a:avLst/>
          </a:prstGeom>
          <a:ln w="3175" cap="rnd">
            <a:solidFill>
              <a:schemeClr val="bg1">
                <a:lumMod val="8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任意多边形: 形状 62"/>
          <p:cNvSpPr/>
          <p:nvPr/>
        </p:nvSpPr>
        <p:spPr>
          <a:xfrm>
            <a:off x="7820848" y="3529582"/>
            <a:ext cx="415102" cy="415102"/>
          </a:xfrm>
          <a:prstGeom prst="ellipse">
            <a:avLst/>
          </a:prstGeom>
          <a:solidFill>
            <a:srgbClr val="7578B7"/>
          </a:solidFill>
          <a:ln w="9525">
            <a:noFill/>
            <a:round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7" name="任意多边形: 形状 61"/>
          <p:cNvSpPr/>
          <p:nvPr/>
        </p:nvSpPr>
        <p:spPr>
          <a:xfrm>
            <a:off x="7956824" y="3676247"/>
            <a:ext cx="172652" cy="15126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38" name="直接连接符 37"/>
          <p:cNvCxnSpPr/>
          <p:nvPr/>
        </p:nvCxnSpPr>
        <p:spPr>
          <a:xfrm>
            <a:off x="7820848" y="4189439"/>
            <a:ext cx="2945970" cy="0"/>
          </a:xfrm>
          <a:prstGeom prst="line">
            <a:avLst/>
          </a:prstGeom>
          <a:ln w="3175" cap="rnd">
            <a:solidFill>
              <a:schemeClr val="bg1">
                <a:lumMod val="8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任意多边形: 形状 57"/>
          <p:cNvSpPr/>
          <p:nvPr/>
        </p:nvSpPr>
        <p:spPr>
          <a:xfrm>
            <a:off x="3983248" y="2691582"/>
            <a:ext cx="415102" cy="415102"/>
          </a:xfrm>
          <a:prstGeom prst="ellipse">
            <a:avLst/>
          </a:prstGeom>
          <a:solidFill>
            <a:srgbClr val="545D79"/>
          </a:solidFill>
          <a:ln w="9525">
            <a:noFill/>
            <a:round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0" name="任意多边形: 形状 59"/>
          <p:cNvSpPr/>
          <p:nvPr/>
        </p:nvSpPr>
        <p:spPr>
          <a:xfrm>
            <a:off x="4104474" y="2817197"/>
            <a:ext cx="172652" cy="16387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1" name="任意多边形: 形状 58"/>
          <p:cNvSpPr/>
          <p:nvPr/>
        </p:nvSpPr>
        <p:spPr>
          <a:xfrm>
            <a:off x="3949680" y="3456002"/>
            <a:ext cx="415102" cy="415102"/>
          </a:xfrm>
          <a:prstGeom prst="ellipse">
            <a:avLst/>
          </a:prstGeom>
          <a:solidFill>
            <a:srgbClr val="7578B7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2" name="任意多边形: 形状 60"/>
          <p:cNvSpPr/>
          <p:nvPr/>
        </p:nvSpPr>
        <p:spPr>
          <a:xfrm>
            <a:off x="4070906" y="3587919"/>
            <a:ext cx="172652" cy="15126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3" name="任意多边形: 形状 56"/>
          <p:cNvSpPr/>
          <p:nvPr/>
        </p:nvSpPr>
        <p:spPr>
          <a:xfrm>
            <a:off x="3949680" y="4379792"/>
            <a:ext cx="415102" cy="415102"/>
          </a:xfrm>
          <a:prstGeom prst="ellipse">
            <a:avLst/>
          </a:prstGeom>
          <a:solidFill>
            <a:srgbClr val="545D79"/>
          </a:solidFill>
          <a:ln w="9525">
            <a:noFill/>
            <a:round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4" name="任意多边形: 形状 55"/>
          <p:cNvSpPr/>
          <p:nvPr/>
        </p:nvSpPr>
        <p:spPr>
          <a:xfrm>
            <a:off x="4087287" y="4501626"/>
            <a:ext cx="139886" cy="17143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55" name="直接连接符 54"/>
          <p:cNvCxnSpPr/>
          <p:nvPr/>
        </p:nvCxnSpPr>
        <p:spPr>
          <a:xfrm>
            <a:off x="1503549" y="3267007"/>
            <a:ext cx="2945970" cy="0"/>
          </a:xfrm>
          <a:prstGeom prst="line">
            <a:avLst/>
          </a:prstGeom>
          <a:ln w="3175" cap="rnd">
            <a:solidFill>
              <a:schemeClr val="bg1">
                <a:lumMod val="8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1418812" y="4101680"/>
            <a:ext cx="2945970" cy="0"/>
          </a:xfrm>
          <a:prstGeom prst="line">
            <a:avLst/>
          </a:prstGeom>
          <a:ln w="3175" cap="rnd">
            <a:solidFill>
              <a:schemeClr val="bg1">
                <a:lumMod val="8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组合 65"/>
          <p:cNvGrpSpPr/>
          <p:nvPr/>
        </p:nvGrpSpPr>
        <p:grpSpPr>
          <a:xfrm>
            <a:off x="4934189" y="2233812"/>
            <a:ext cx="2323621" cy="3297340"/>
            <a:chOff x="4934189" y="2163661"/>
            <a:chExt cx="2323621" cy="3297340"/>
          </a:xfrm>
        </p:grpSpPr>
        <p:grpSp>
          <p:nvGrpSpPr>
            <p:cNvPr id="67" name="组合 66"/>
            <p:cNvGrpSpPr/>
            <p:nvPr/>
          </p:nvGrpSpPr>
          <p:grpSpPr>
            <a:xfrm rot="5400000">
              <a:off x="4447330" y="2650520"/>
              <a:ext cx="3297340" cy="2323621"/>
              <a:chOff x="4273199" y="2470989"/>
              <a:chExt cx="3572171" cy="2323621"/>
            </a:xfrm>
          </p:grpSpPr>
          <p:sp>
            <p:nvSpPr>
              <p:cNvPr id="71" name="任意多边形: 形状 54"/>
              <p:cNvSpPr/>
              <p:nvPr/>
            </p:nvSpPr>
            <p:spPr bwMode="auto">
              <a:xfrm>
                <a:off x="5404837" y="2606774"/>
                <a:ext cx="1308894" cy="2052053"/>
              </a:xfrm>
              <a:custGeom>
                <a:avLst/>
                <a:gdLst>
                  <a:gd name="connsiteX0" fmla="*/ 661412 w 1308894"/>
                  <a:gd name="connsiteY0" fmla="*/ 0 h 2052053"/>
                  <a:gd name="connsiteX1" fmla="*/ 670279 w 1308894"/>
                  <a:gd name="connsiteY1" fmla="*/ 4056 h 2052053"/>
                  <a:gd name="connsiteX2" fmla="*/ 1308894 w 1308894"/>
                  <a:gd name="connsiteY2" fmla="*/ 1022841 h 2052053"/>
                  <a:gd name="connsiteX3" fmla="*/ 670279 w 1308894"/>
                  <a:gd name="connsiteY3" fmla="*/ 2041626 h 2052053"/>
                  <a:gd name="connsiteX4" fmla="*/ 647483 w 1308894"/>
                  <a:gd name="connsiteY4" fmla="*/ 2052053 h 2052053"/>
                  <a:gd name="connsiteX5" fmla="*/ 638615 w 1308894"/>
                  <a:gd name="connsiteY5" fmla="*/ 2047997 h 2052053"/>
                  <a:gd name="connsiteX6" fmla="*/ 0 w 1308894"/>
                  <a:gd name="connsiteY6" fmla="*/ 1029212 h 2052053"/>
                  <a:gd name="connsiteX7" fmla="*/ 638615 w 1308894"/>
                  <a:gd name="connsiteY7" fmla="*/ 10427 h 2052053"/>
                  <a:gd name="connsiteX8" fmla="*/ 661412 w 1308894"/>
                  <a:gd name="connsiteY8" fmla="*/ 0 h 20520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8894" h="2052053">
                    <a:moveTo>
                      <a:pt x="661412" y="0"/>
                    </a:moveTo>
                    <a:lnTo>
                      <a:pt x="670279" y="4056"/>
                    </a:lnTo>
                    <a:cubicBezTo>
                      <a:pt x="1050667" y="200257"/>
                      <a:pt x="1308894" y="582916"/>
                      <a:pt x="1308894" y="1022841"/>
                    </a:cubicBezTo>
                    <a:cubicBezTo>
                      <a:pt x="1308894" y="1462766"/>
                      <a:pt x="1050667" y="1845426"/>
                      <a:pt x="670279" y="2041626"/>
                    </a:cubicBezTo>
                    <a:lnTo>
                      <a:pt x="647483" y="2052053"/>
                    </a:lnTo>
                    <a:lnTo>
                      <a:pt x="638615" y="2047997"/>
                    </a:lnTo>
                    <a:cubicBezTo>
                      <a:pt x="258227" y="1851797"/>
                      <a:pt x="0" y="1469137"/>
                      <a:pt x="0" y="1029212"/>
                    </a:cubicBezTo>
                    <a:cubicBezTo>
                      <a:pt x="0" y="589287"/>
                      <a:pt x="258227" y="206628"/>
                      <a:pt x="638615" y="10427"/>
                    </a:cubicBezTo>
                    <a:lnTo>
                      <a:pt x="661412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38100">
                <a:solidFill>
                  <a:schemeClr val="bg1"/>
                </a:solidFill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72" name="任意多边形: 形状 53"/>
              <p:cNvSpPr/>
              <p:nvPr/>
            </p:nvSpPr>
            <p:spPr bwMode="auto">
              <a:xfrm>
                <a:off x="4273199" y="2470989"/>
                <a:ext cx="1793050" cy="2317250"/>
              </a:xfrm>
              <a:custGeom>
                <a:avLst/>
                <a:gdLst>
                  <a:gd name="connsiteX0" fmla="*/ 1220266 w 1793050"/>
                  <a:gd name="connsiteY0" fmla="*/ 0 h 2317250"/>
                  <a:gd name="connsiteX1" fmla="*/ 1695248 w 1793050"/>
                  <a:gd name="connsiteY1" fmla="*/ 91050 h 2317250"/>
                  <a:gd name="connsiteX2" fmla="*/ 1793050 w 1793050"/>
                  <a:gd name="connsiteY2" fmla="*/ 135784 h 2317250"/>
                  <a:gd name="connsiteX3" fmla="*/ 1770253 w 1793050"/>
                  <a:gd name="connsiteY3" fmla="*/ 146211 h 2317250"/>
                  <a:gd name="connsiteX4" fmla="*/ 1131638 w 1793050"/>
                  <a:gd name="connsiteY4" fmla="*/ 1164996 h 2317250"/>
                  <a:gd name="connsiteX5" fmla="*/ 1770253 w 1793050"/>
                  <a:gd name="connsiteY5" fmla="*/ 2183781 h 2317250"/>
                  <a:gd name="connsiteX6" fmla="*/ 1779121 w 1793050"/>
                  <a:gd name="connsiteY6" fmla="*/ 2187837 h 2317250"/>
                  <a:gd name="connsiteX7" fmla="*/ 1695248 w 1793050"/>
                  <a:gd name="connsiteY7" fmla="*/ 2226200 h 2317250"/>
                  <a:gd name="connsiteX8" fmla="*/ 1220266 w 1793050"/>
                  <a:gd name="connsiteY8" fmla="*/ 2317250 h 2317250"/>
                  <a:gd name="connsiteX9" fmla="*/ 0 w 1793050"/>
                  <a:gd name="connsiteY9" fmla="*/ 1158625 h 2317250"/>
                  <a:gd name="connsiteX10" fmla="*/ 1220266 w 1793050"/>
                  <a:gd name="connsiteY10" fmla="*/ 0 h 2317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793050" h="2317250">
                    <a:moveTo>
                      <a:pt x="1220266" y="0"/>
                    </a:moveTo>
                    <a:cubicBezTo>
                      <a:pt x="1388750" y="0"/>
                      <a:pt x="1549258" y="32421"/>
                      <a:pt x="1695248" y="91050"/>
                    </a:cubicBezTo>
                    <a:lnTo>
                      <a:pt x="1793050" y="135784"/>
                    </a:lnTo>
                    <a:lnTo>
                      <a:pt x="1770253" y="146211"/>
                    </a:lnTo>
                    <a:cubicBezTo>
                      <a:pt x="1389865" y="342412"/>
                      <a:pt x="1131638" y="725071"/>
                      <a:pt x="1131638" y="1164996"/>
                    </a:cubicBezTo>
                    <a:cubicBezTo>
                      <a:pt x="1131638" y="1604921"/>
                      <a:pt x="1389865" y="1987581"/>
                      <a:pt x="1770253" y="2183781"/>
                    </a:cubicBezTo>
                    <a:lnTo>
                      <a:pt x="1779121" y="2187837"/>
                    </a:lnTo>
                    <a:lnTo>
                      <a:pt x="1695248" y="2226200"/>
                    </a:lnTo>
                    <a:cubicBezTo>
                      <a:pt x="1549258" y="2284829"/>
                      <a:pt x="1388750" y="2317250"/>
                      <a:pt x="1220266" y="2317250"/>
                    </a:cubicBezTo>
                    <a:cubicBezTo>
                      <a:pt x="546332" y="2317250"/>
                      <a:pt x="0" y="1798516"/>
                      <a:pt x="0" y="1158625"/>
                    </a:cubicBezTo>
                    <a:cubicBezTo>
                      <a:pt x="0" y="518734"/>
                      <a:pt x="546332" y="0"/>
                      <a:pt x="1220266" y="0"/>
                    </a:cubicBezTo>
                    <a:close/>
                  </a:path>
                </a:pathLst>
              </a:custGeom>
              <a:solidFill>
                <a:srgbClr val="545D79"/>
              </a:solidFill>
              <a:ln w="9525">
                <a:noFill/>
                <a:round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73" name="任意多边形: 形状 52"/>
              <p:cNvSpPr/>
              <p:nvPr/>
            </p:nvSpPr>
            <p:spPr bwMode="auto">
              <a:xfrm>
                <a:off x="6052321" y="2477360"/>
                <a:ext cx="1793049" cy="2317250"/>
              </a:xfrm>
              <a:custGeom>
                <a:avLst/>
                <a:gdLst>
                  <a:gd name="connsiteX0" fmla="*/ 572783 w 1793049"/>
                  <a:gd name="connsiteY0" fmla="*/ 0 h 2317250"/>
                  <a:gd name="connsiteX1" fmla="*/ 1793049 w 1793049"/>
                  <a:gd name="connsiteY1" fmla="*/ 1158625 h 2317250"/>
                  <a:gd name="connsiteX2" fmla="*/ 572783 w 1793049"/>
                  <a:gd name="connsiteY2" fmla="*/ 2317250 h 2317250"/>
                  <a:gd name="connsiteX3" fmla="*/ 97801 w 1793049"/>
                  <a:gd name="connsiteY3" fmla="*/ 2226200 h 2317250"/>
                  <a:gd name="connsiteX4" fmla="*/ 0 w 1793049"/>
                  <a:gd name="connsiteY4" fmla="*/ 2181466 h 2317250"/>
                  <a:gd name="connsiteX5" fmla="*/ 22796 w 1793049"/>
                  <a:gd name="connsiteY5" fmla="*/ 2171039 h 2317250"/>
                  <a:gd name="connsiteX6" fmla="*/ 661411 w 1793049"/>
                  <a:gd name="connsiteY6" fmla="*/ 1152254 h 2317250"/>
                  <a:gd name="connsiteX7" fmla="*/ 22796 w 1793049"/>
                  <a:gd name="connsiteY7" fmla="*/ 133469 h 2317250"/>
                  <a:gd name="connsiteX8" fmla="*/ 13929 w 1793049"/>
                  <a:gd name="connsiteY8" fmla="*/ 129413 h 2317250"/>
                  <a:gd name="connsiteX9" fmla="*/ 97801 w 1793049"/>
                  <a:gd name="connsiteY9" fmla="*/ 91050 h 2317250"/>
                  <a:gd name="connsiteX10" fmla="*/ 572783 w 1793049"/>
                  <a:gd name="connsiteY10" fmla="*/ 0 h 2317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793049" h="2317250">
                    <a:moveTo>
                      <a:pt x="572783" y="0"/>
                    </a:moveTo>
                    <a:cubicBezTo>
                      <a:pt x="1246717" y="0"/>
                      <a:pt x="1793049" y="518734"/>
                      <a:pt x="1793049" y="1158625"/>
                    </a:cubicBezTo>
                    <a:cubicBezTo>
                      <a:pt x="1793049" y="1798516"/>
                      <a:pt x="1246717" y="2317250"/>
                      <a:pt x="572783" y="2317250"/>
                    </a:cubicBezTo>
                    <a:cubicBezTo>
                      <a:pt x="404300" y="2317250"/>
                      <a:pt x="243791" y="2284829"/>
                      <a:pt x="97801" y="2226200"/>
                    </a:cubicBezTo>
                    <a:lnTo>
                      <a:pt x="0" y="2181466"/>
                    </a:lnTo>
                    <a:lnTo>
                      <a:pt x="22796" y="2171039"/>
                    </a:lnTo>
                    <a:cubicBezTo>
                      <a:pt x="403184" y="1974839"/>
                      <a:pt x="661411" y="1592179"/>
                      <a:pt x="661411" y="1152254"/>
                    </a:cubicBezTo>
                    <a:cubicBezTo>
                      <a:pt x="661411" y="712329"/>
                      <a:pt x="403184" y="329670"/>
                      <a:pt x="22796" y="133469"/>
                    </a:cubicBezTo>
                    <a:lnTo>
                      <a:pt x="13929" y="129413"/>
                    </a:lnTo>
                    <a:lnTo>
                      <a:pt x="97801" y="91050"/>
                    </a:lnTo>
                    <a:cubicBezTo>
                      <a:pt x="243791" y="32421"/>
                      <a:pt x="404300" y="0"/>
                      <a:pt x="572783" y="0"/>
                    </a:cubicBezTo>
                    <a:close/>
                  </a:path>
                </a:pathLst>
              </a:custGeom>
              <a:solidFill>
                <a:srgbClr val="6572A1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68" name="文本框 67"/>
            <p:cNvSpPr txBox="1"/>
            <p:nvPr/>
          </p:nvSpPr>
          <p:spPr>
            <a:xfrm>
              <a:off x="5044994" y="2602750"/>
              <a:ext cx="213378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177C91DC-4701-9C43-75B5-03DA06E27B98}"/>
              </a:ext>
            </a:extLst>
          </p:cNvPr>
          <p:cNvSpPr txBox="1"/>
          <p:nvPr/>
        </p:nvSpPr>
        <p:spPr>
          <a:xfrm>
            <a:off x="883171" y="2049145"/>
            <a:ext cx="1622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lang="zh-CN" altLang="en-US" b="1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已实现的点：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150EF69-5FC7-7BBC-BCA7-07227D7A9277}"/>
              </a:ext>
            </a:extLst>
          </p:cNvPr>
          <p:cNvSpPr txBox="1"/>
          <p:nvPr/>
        </p:nvSpPr>
        <p:spPr>
          <a:xfrm>
            <a:off x="1694420" y="2685150"/>
            <a:ext cx="2182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领域 </a:t>
            </a:r>
            <a:r>
              <a:rPr lang="en-US" altLang="zh-CN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DSL + 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解释器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92C2569-45C2-91AA-58A0-F03175282EF4}"/>
              </a:ext>
            </a:extLst>
          </p:cNvPr>
          <p:cNvSpPr txBox="1"/>
          <p:nvPr/>
        </p:nvSpPr>
        <p:spPr>
          <a:xfrm>
            <a:off x="2241871" y="3459518"/>
            <a:ext cx="2207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lang="en-US" altLang="zh-CN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LLM 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意图识别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BE3CDEF-7611-16A6-426B-0F258264BD6E}"/>
              </a:ext>
            </a:extLst>
          </p:cNvPr>
          <p:cNvSpPr txBox="1"/>
          <p:nvPr/>
        </p:nvSpPr>
        <p:spPr>
          <a:xfrm>
            <a:off x="660766" y="4379792"/>
            <a:ext cx="3582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完整的自动化测试与日志记录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90E2A61-E259-FDCC-C351-8AE8B65699C0}"/>
              </a:ext>
            </a:extLst>
          </p:cNvPr>
          <p:cNvSpPr txBox="1"/>
          <p:nvPr/>
        </p:nvSpPr>
        <p:spPr>
          <a:xfrm>
            <a:off x="10479001" y="2216230"/>
            <a:ext cx="2207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可扩展方向</a:t>
            </a:r>
            <a:endParaRPr lang="zh-CN" altLang="en-US" b="1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10C2788-94CB-C7DF-1581-E3DE5256FCB1}"/>
              </a:ext>
            </a:extLst>
          </p:cNvPr>
          <p:cNvSpPr txBox="1"/>
          <p:nvPr/>
        </p:nvSpPr>
        <p:spPr>
          <a:xfrm>
            <a:off x="8274483" y="2685150"/>
            <a:ext cx="28611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支持更多业务 </a:t>
            </a:r>
            <a:r>
              <a:rPr lang="en-US" altLang="zh-CN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DSL</a:t>
            </a:r>
            <a:endParaRPr lang="zh-CN" altLang="en-US" b="0" i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6BB3EE9-9069-9C42-0AFF-F693BB190771}"/>
              </a:ext>
            </a:extLst>
          </p:cNvPr>
          <p:cNvSpPr txBox="1"/>
          <p:nvPr/>
        </p:nvSpPr>
        <p:spPr>
          <a:xfrm>
            <a:off x="8315226" y="3532185"/>
            <a:ext cx="4544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复杂</a:t>
            </a:r>
            <a:r>
              <a:rPr lang="en-US" altLang="zh-CN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DSL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（条件判断、循环、子流程）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5B755D9-A43C-F329-F0D4-AF71D987214C}"/>
              </a:ext>
            </a:extLst>
          </p:cNvPr>
          <p:cNvSpPr txBox="1"/>
          <p:nvPr/>
        </p:nvSpPr>
        <p:spPr>
          <a:xfrm>
            <a:off x="8235950" y="4401718"/>
            <a:ext cx="42077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引入更智能的对话记忆和上下文管理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0">
        <p:random/>
      </p:transition>
    </mc:Choice>
    <mc:Fallback xmlns="">
      <p:transition advClick="0" advTm="0">
        <p:random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</TotalTime>
  <Words>1478</Words>
  <Application>Microsoft Office PowerPoint</Application>
  <PresentationFormat>宽屏</PresentationFormat>
  <Paragraphs>190</Paragraphs>
  <Slides>22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0" baseType="lpstr">
      <vt:lpstr>Malgun Gothic Semilight</vt:lpstr>
      <vt:lpstr>Segoe WPC</vt:lpstr>
      <vt:lpstr>等线</vt:lpstr>
      <vt:lpstr>等线 Light</vt:lpstr>
      <vt:lpstr>宋体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1321712511@qq.com</dc:creator>
  <cp:lastModifiedBy>1321712511@qq.com</cp:lastModifiedBy>
  <cp:revision>14</cp:revision>
  <dcterms:created xsi:type="dcterms:W3CDTF">2025-12-03T12:38:26Z</dcterms:created>
  <dcterms:modified xsi:type="dcterms:W3CDTF">2025-12-03T20:25:44Z</dcterms:modified>
</cp:coreProperties>
</file>